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docProps/custom.xml" ContentType="application/vnd.openxmlformats-officedocument.custom-properties+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s/slide89.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78" r:id="rId3"/>
  </p:sldMasterIdLst>
  <p:notesMasterIdLst>
    <p:notesMasterId r:id="rId94"/>
  </p:notesMasterIdLst>
  <p:sldIdLst>
    <p:sldId id="441" r:id="rId4"/>
    <p:sldId id="442" r:id="rId5"/>
    <p:sldId id="443" r:id="rId6"/>
    <p:sldId id="257" r:id="rId7"/>
    <p:sldId id="444" r:id="rId8"/>
    <p:sldId id="428" r:id="rId9"/>
    <p:sldId id="380" r:id="rId10"/>
    <p:sldId id="258" r:id="rId11"/>
    <p:sldId id="381" r:id="rId12"/>
    <p:sldId id="429" r:id="rId13"/>
    <p:sldId id="385" r:id="rId14"/>
    <p:sldId id="445" r:id="rId15"/>
    <p:sldId id="386" r:id="rId16"/>
    <p:sldId id="260" r:id="rId17"/>
    <p:sldId id="262" r:id="rId18"/>
    <p:sldId id="383" r:id="rId19"/>
    <p:sldId id="431" r:id="rId20"/>
    <p:sldId id="382" r:id="rId21"/>
    <p:sldId id="263" r:id="rId22"/>
    <p:sldId id="447" r:id="rId23"/>
    <p:sldId id="297" r:id="rId24"/>
    <p:sldId id="388" r:id="rId25"/>
    <p:sldId id="387" r:id="rId26"/>
    <p:sldId id="389" r:id="rId27"/>
    <p:sldId id="390" r:id="rId28"/>
    <p:sldId id="432" r:id="rId29"/>
    <p:sldId id="446" r:id="rId30"/>
    <p:sldId id="391" r:id="rId31"/>
    <p:sldId id="392" r:id="rId32"/>
    <p:sldId id="393" r:id="rId33"/>
    <p:sldId id="394" r:id="rId34"/>
    <p:sldId id="395" r:id="rId35"/>
    <p:sldId id="433" r:id="rId36"/>
    <p:sldId id="435" r:id="rId37"/>
    <p:sldId id="448" r:id="rId38"/>
    <p:sldId id="396" r:id="rId39"/>
    <p:sldId id="397" r:id="rId40"/>
    <p:sldId id="398" r:id="rId41"/>
    <p:sldId id="449" r:id="rId42"/>
    <p:sldId id="320" r:id="rId43"/>
    <p:sldId id="399" r:id="rId44"/>
    <p:sldId id="327" r:id="rId45"/>
    <p:sldId id="328" r:id="rId46"/>
    <p:sldId id="329" r:id="rId47"/>
    <p:sldId id="330" r:id="rId48"/>
    <p:sldId id="331" r:id="rId49"/>
    <p:sldId id="436" r:id="rId50"/>
    <p:sldId id="450" r:id="rId51"/>
    <p:sldId id="401" r:id="rId52"/>
    <p:sldId id="402" r:id="rId53"/>
    <p:sldId id="403" r:id="rId54"/>
    <p:sldId id="404" r:id="rId55"/>
    <p:sldId id="451" r:id="rId56"/>
    <p:sldId id="411" r:id="rId57"/>
    <p:sldId id="412" r:id="rId58"/>
    <p:sldId id="437" r:id="rId59"/>
    <p:sldId id="413" r:id="rId60"/>
    <p:sldId id="414" r:id="rId61"/>
    <p:sldId id="415" r:id="rId62"/>
    <p:sldId id="416" r:id="rId63"/>
    <p:sldId id="419" r:id="rId64"/>
    <p:sldId id="417" r:id="rId65"/>
    <p:sldId id="418" r:id="rId66"/>
    <p:sldId id="420" r:id="rId67"/>
    <p:sldId id="421" r:id="rId68"/>
    <p:sldId id="422" r:id="rId69"/>
    <p:sldId id="423" r:id="rId70"/>
    <p:sldId id="424" r:id="rId71"/>
    <p:sldId id="425" r:id="rId72"/>
    <p:sldId id="426" r:id="rId73"/>
    <p:sldId id="427" r:id="rId74"/>
    <p:sldId id="438" r:id="rId75"/>
    <p:sldId id="452" r:id="rId76"/>
    <p:sldId id="333" r:id="rId77"/>
    <p:sldId id="334" r:id="rId78"/>
    <p:sldId id="335" r:id="rId79"/>
    <p:sldId id="336" r:id="rId80"/>
    <p:sldId id="337" r:id="rId81"/>
    <p:sldId id="338" r:id="rId82"/>
    <p:sldId id="339" r:id="rId83"/>
    <p:sldId id="340" r:id="rId84"/>
    <p:sldId id="341" r:id="rId85"/>
    <p:sldId id="453" r:id="rId86"/>
    <p:sldId id="405" r:id="rId87"/>
    <p:sldId id="406" r:id="rId88"/>
    <p:sldId id="407" r:id="rId89"/>
    <p:sldId id="408" r:id="rId90"/>
    <p:sldId id="409" r:id="rId91"/>
    <p:sldId id="410" r:id="rId92"/>
    <p:sldId id="454" r:id="rId93"/>
  </p:sldIdLst>
  <p:sldSz cx="12190413"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31" autoAdjust="0"/>
    <p:restoredTop sz="88389" autoAdjust="0"/>
  </p:normalViewPr>
  <p:slideViewPr>
    <p:cSldViewPr>
      <p:cViewPr varScale="1">
        <p:scale>
          <a:sx n="84" d="100"/>
          <a:sy n="84" d="100"/>
        </p:scale>
        <p:origin x="-547" y="-62"/>
      </p:cViewPr>
      <p:guideLst>
        <p:guide orient="horz" pos="288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84" Type="http://schemas.openxmlformats.org/officeDocument/2006/relationships/slide" Target="slides/slide81.xml"/><Relationship Id="rId89" Type="http://schemas.openxmlformats.org/officeDocument/2006/relationships/slide" Target="slides/slide86.xml"/><Relationship Id="rId97"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slide" Target="slides/slide84.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90" Type="http://schemas.openxmlformats.org/officeDocument/2006/relationships/slide" Target="slides/slide87.xml"/><Relationship Id="rId95"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slide" Target="slides/slide90.xml"/><Relationship Id="rId98"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87575FD-C7B9-4819-A8C8-4308F1DBD6DF}" type="datetimeFigureOut">
              <a:rPr lang="en-IN" smtClean="0"/>
              <a:pPr/>
              <a:t>02-02-2026</a:t>
            </a:fld>
            <a:endParaRPr lang="en-IN"/>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3F5C0C3-FD5A-4E15-B9BC-3089E7AF4D97}" type="slidenum">
              <a:rPr lang="en-IN" smtClean="0"/>
              <a:pPr/>
              <a:t>‹#›</a:t>
            </a:fld>
            <a:endParaRPr lang="en-IN"/>
          </a:p>
        </p:txBody>
      </p:sp>
    </p:spTree>
    <p:extLst>
      <p:ext uri="{BB962C8B-B14F-4D97-AF65-F5344CB8AC3E}">
        <p14:creationId xmlns="" xmlns:p14="http://schemas.microsoft.com/office/powerpoint/2010/main" val="348452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4B2E2299-18D9-4918-A617-960CA27483F6}" type="slidenum">
              <a:rPr lang="en-IN" smtClean="0"/>
              <a:pPr/>
              <a:t>6</a:t>
            </a:fld>
            <a:endParaRPr lang="en-IN"/>
          </a:p>
        </p:txBody>
      </p:sp>
    </p:spTree>
    <p:extLst>
      <p:ext uri="{BB962C8B-B14F-4D97-AF65-F5344CB8AC3E}">
        <p14:creationId xmlns="" xmlns:p14="http://schemas.microsoft.com/office/powerpoint/2010/main" val="729849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342900" y="696913"/>
            <a:ext cx="6197600" cy="3486150"/>
          </a:xfrm>
          <a:ln/>
        </p:spPr>
      </p:sp>
      <p:sp>
        <p:nvSpPr>
          <p:cNvPr id="20483" name="Rectangle 3"/>
          <p:cNvSpPr>
            <a:spLocks noGrp="1" noChangeArrowheads="1"/>
          </p:cNvSpPr>
          <p:nvPr>
            <p:ph type="body" idx="1"/>
          </p:nvPr>
        </p:nvSpPr>
        <p:spPr>
          <a:xfrm>
            <a:off x="688975" y="4416425"/>
            <a:ext cx="5505450" cy="4183063"/>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 xmlns:p14="http://schemas.microsoft.com/office/powerpoint/2010/main" val="1275211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342900" y="696913"/>
            <a:ext cx="6197600" cy="3486150"/>
          </a:xfrm>
          <a:ln/>
        </p:spPr>
      </p:sp>
      <p:sp>
        <p:nvSpPr>
          <p:cNvPr id="22531" name="Rectangle 3"/>
          <p:cNvSpPr>
            <a:spLocks noGrp="1" noChangeArrowheads="1"/>
          </p:cNvSpPr>
          <p:nvPr>
            <p:ph type="body" idx="1"/>
          </p:nvPr>
        </p:nvSpPr>
        <p:spPr>
          <a:xfrm>
            <a:off x="688975" y="4416425"/>
            <a:ext cx="5505450" cy="4183063"/>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 xmlns:p14="http://schemas.microsoft.com/office/powerpoint/2010/main" val="667368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3F5C0C3-FD5A-4E15-B9BC-3089E7AF4D97}" type="slidenum">
              <a:rPr lang="en-IN" smtClean="0"/>
              <a:pPr/>
              <a:t>15</a:t>
            </a:fld>
            <a:endParaRPr lang="en-IN"/>
          </a:p>
        </p:txBody>
      </p:sp>
    </p:spTree>
    <p:extLst>
      <p:ext uri="{BB962C8B-B14F-4D97-AF65-F5344CB8AC3E}">
        <p14:creationId xmlns="" xmlns:p14="http://schemas.microsoft.com/office/powerpoint/2010/main" val="539398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3F5C0C3-FD5A-4E15-B9BC-3089E7AF4D97}" type="slidenum">
              <a:rPr lang="en-IN" smtClean="0"/>
              <a:pPr/>
              <a:t>21</a:t>
            </a:fld>
            <a:endParaRPr lang="en-IN"/>
          </a:p>
        </p:txBody>
      </p:sp>
    </p:spTree>
    <p:extLst>
      <p:ext uri="{BB962C8B-B14F-4D97-AF65-F5344CB8AC3E}">
        <p14:creationId xmlns="" xmlns:p14="http://schemas.microsoft.com/office/powerpoint/2010/main" val="3834209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514600" y="857250"/>
            <a:ext cx="4114800" cy="2314575"/>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3F5C0C3-FD5A-4E15-B9BC-3089E7AF4D97}" type="slidenum">
              <a:rPr lang="en-IN" smtClean="0"/>
              <a:pPr/>
              <a:t>40</a:t>
            </a:fld>
            <a:endParaRPr lang="en-IN"/>
          </a:p>
        </p:txBody>
      </p:sp>
    </p:spTree>
    <p:extLst>
      <p:ext uri="{BB962C8B-B14F-4D97-AF65-F5344CB8AC3E}">
        <p14:creationId xmlns="" xmlns:p14="http://schemas.microsoft.com/office/powerpoint/2010/main" val="27525939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16" name="bg object 16"/>
          <p:cNvSpPr/>
          <p:nvPr/>
        </p:nvSpPr>
        <p:spPr>
          <a:xfrm>
            <a:off x="4" y="5173204"/>
            <a:ext cx="12190413" cy="1684792"/>
          </a:xfrm>
          <a:prstGeom prst="rect">
            <a:avLst/>
          </a:prstGeom>
          <a:blipFill>
            <a:blip r:embed="rId2" cstate="print"/>
            <a:stretch>
              <a:fillRect/>
            </a:stretch>
          </a:blipFill>
        </p:spPr>
        <p:txBody>
          <a:bodyPr wrap="square" lIns="0" tIns="0" rIns="0" bIns="0" rtlCol="0"/>
          <a:lstStyle/>
          <a:p>
            <a:endParaRPr/>
          </a:p>
        </p:txBody>
      </p:sp>
      <p:sp>
        <p:nvSpPr>
          <p:cNvPr id="17" name="bg object 17"/>
          <p:cNvSpPr/>
          <p:nvPr/>
        </p:nvSpPr>
        <p:spPr>
          <a:xfrm>
            <a:off x="1255613" y="1633727"/>
            <a:ext cx="9232206" cy="4209288"/>
          </a:xfrm>
          <a:prstGeom prst="rect">
            <a:avLst/>
          </a:prstGeom>
          <a:blipFill>
            <a:blip r:embed="rId3" cstate="print"/>
            <a:stretch>
              <a:fillRect/>
            </a:stretch>
          </a:blipFill>
        </p:spPr>
        <p:txBody>
          <a:bodyPr wrap="square" lIns="0" tIns="0" rIns="0" bIns="0" rtlCol="0"/>
          <a:lstStyle/>
          <a:p>
            <a:endParaRPr/>
          </a:p>
        </p:txBody>
      </p:sp>
      <p:sp>
        <p:nvSpPr>
          <p:cNvPr id="2" name="Holder 2"/>
          <p:cNvSpPr>
            <a:spLocks noGrp="1"/>
          </p:cNvSpPr>
          <p:nvPr>
            <p:ph type="ctrTitle"/>
          </p:nvPr>
        </p:nvSpPr>
        <p:spPr>
          <a:xfrm>
            <a:off x="1256560" y="-259334"/>
            <a:ext cx="7825568" cy="695325"/>
          </a:xfrm>
          <a:prstGeom prst="rect">
            <a:avLst/>
          </a:prstGeom>
        </p:spPr>
        <p:txBody>
          <a:bodyPr wrap="square" lIns="0" tIns="0" rIns="0" bIns="0">
            <a:spAutoFit/>
          </a:bodyPr>
          <a:lstStyle>
            <a:lvl1pPr>
              <a:defRPr sz="4400" b="0" i="0">
                <a:solidFill>
                  <a:srgbClr val="1F3863"/>
                </a:solidFill>
                <a:latin typeface="Caladea"/>
                <a:cs typeface="Caladea"/>
              </a:defRPr>
            </a:lvl1pPr>
          </a:lstStyle>
          <a:p>
            <a:endParaRPr/>
          </a:p>
        </p:txBody>
      </p:sp>
      <p:sp>
        <p:nvSpPr>
          <p:cNvPr id="3" name="Holder 3"/>
          <p:cNvSpPr>
            <a:spLocks noGrp="1"/>
          </p:cNvSpPr>
          <p:nvPr>
            <p:ph type="subTitle" idx="4"/>
          </p:nvPr>
        </p:nvSpPr>
        <p:spPr>
          <a:xfrm>
            <a:off x="1828566" y="3840488"/>
            <a:ext cx="8533289" cy="4308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2/2/2026</a:t>
            </a:fld>
            <a:endParaRPr lang="en-US"/>
          </a:p>
        </p:txBody>
      </p:sp>
      <p:sp>
        <p:nvSpPr>
          <p:cNvPr id="6" name="Holder 6"/>
          <p:cNvSpPr>
            <a:spLocks noGrp="1"/>
          </p:cNvSpPr>
          <p:nvPr>
            <p:ph type="sldNum" sz="quarter" idx="7"/>
          </p:nvPr>
        </p:nvSpPr>
        <p:spPr/>
        <p:txBody>
          <a:bodyPr lIns="0" tIns="0" rIns="0" bIns="0"/>
          <a:lstStyle>
            <a:lvl1pPr>
              <a:defRPr sz="1400" b="1" i="0">
                <a:solidFill>
                  <a:schemeClr val="tx1"/>
                </a:solidFill>
                <a:latin typeface="Arial"/>
                <a:cs typeface="Arial"/>
              </a:defRPr>
            </a:lvl1pPr>
          </a:lstStyle>
          <a:p>
            <a:pPr marL="38100">
              <a:lnSpc>
                <a:spcPts val="1639"/>
              </a:lnSpc>
            </a:pPr>
            <a:fld id="{81D60167-4931-47E6-BA6A-407CBD079E47}" type="slidenum">
              <a:rPr spc="-5" dirty="0"/>
              <a:pPr marL="38100">
                <a:lnSpc>
                  <a:spcPts val="1639"/>
                </a:lnSpc>
              </a:pPr>
              <a:t>‹#›</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p:txBody>
          <a:bodyPr lIns="0" tIns="0" rIns="0" bIns="0"/>
          <a:lstStyle>
            <a:lvl1pPr>
              <a:defRPr sz="2800" b="0" i="0">
                <a:solidFill>
                  <a:schemeClr val="tx1"/>
                </a:solidFill>
                <a:latin typeface="Caladea"/>
                <a:cs typeface="Caladea"/>
              </a:defRPr>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1F3863"/>
                </a:solidFill>
                <a:latin typeface="Trebuchet MS"/>
                <a:cs typeface="Trebuchet MS"/>
              </a:defRPr>
            </a:lvl1pPr>
          </a:lstStyle>
          <a:p>
            <a:endParaRPr/>
          </a:p>
        </p:txBody>
      </p:sp>
      <p:sp>
        <p:nvSpPr>
          <p:cNvPr id="3" name="Holder 3"/>
          <p:cNvSpPr>
            <a:spLocks noGrp="1"/>
          </p:cNvSpPr>
          <p:nvPr>
            <p:ph sz="half" idx="2"/>
          </p:nvPr>
        </p:nvSpPr>
        <p:spPr>
          <a:xfrm>
            <a:off x="609520" y="1577340"/>
            <a:ext cx="5302830" cy="43088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063" y="1577340"/>
            <a:ext cx="5302830" cy="43088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2/2/2026</a:t>
            </a:fld>
            <a:endParaRPr lang="en-US"/>
          </a:p>
        </p:txBody>
      </p:sp>
      <p:sp>
        <p:nvSpPr>
          <p:cNvPr id="7" name="Holder 7"/>
          <p:cNvSpPr>
            <a:spLocks noGrp="1"/>
          </p:cNvSpPr>
          <p:nvPr>
            <p:ph type="sldNum" sz="quarter" idx="7"/>
          </p:nvPr>
        </p:nvSpPr>
        <p:spPr/>
        <p:txBody>
          <a:bodyPr lIns="0" tIns="0" rIns="0" bIns="0"/>
          <a:lstStyle>
            <a:lvl1pPr>
              <a:defRPr sz="1400" b="1" i="0">
                <a:solidFill>
                  <a:schemeClr val="tx1"/>
                </a:solidFill>
                <a:latin typeface="Arial"/>
                <a:cs typeface="Arial"/>
              </a:defRPr>
            </a:lvl1pPr>
          </a:lstStyle>
          <a:p>
            <a:pPr marL="38100">
              <a:lnSpc>
                <a:spcPts val="1639"/>
              </a:lnSpc>
            </a:pPr>
            <a:fld id="{81D60167-4931-47E6-BA6A-407CBD079E47}" type="slidenum">
              <a:rPr spc="-5" dirty="0"/>
              <a:pPr marL="38100">
                <a:lnSpc>
                  <a:spcPts val="1639"/>
                </a:lnSpc>
              </a:pPr>
              <a:t>‹#›</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rgbClr val="1F3863"/>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2/2/2026</a:t>
            </a:fld>
            <a:endParaRPr lang="en-US"/>
          </a:p>
        </p:txBody>
      </p:sp>
      <p:sp>
        <p:nvSpPr>
          <p:cNvPr id="5" name="Holder 5"/>
          <p:cNvSpPr>
            <a:spLocks noGrp="1"/>
          </p:cNvSpPr>
          <p:nvPr>
            <p:ph type="sldNum" sz="quarter" idx="7"/>
          </p:nvPr>
        </p:nvSpPr>
        <p:spPr/>
        <p:txBody>
          <a:bodyPr lIns="0" tIns="0" rIns="0" bIns="0"/>
          <a:lstStyle>
            <a:lvl1pPr>
              <a:defRPr sz="1400" b="1" i="0">
                <a:solidFill>
                  <a:schemeClr val="tx1"/>
                </a:solidFill>
                <a:latin typeface="Arial"/>
                <a:cs typeface="Arial"/>
              </a:defRPr>
            </a:lvl1pPr>
          </a:lstStyle>
          <a:p>
            <a:pPr marL="38100">
              <a:lnSpc>
                <a:spcPts val="1639"/>
              </a:lnSpc>
            </a:pPr>
            <a:fld id="{81D60167-4931-47E6-BA6A-407CBD079E47}" type="slidenum">
              <a:rPr spc="-5" dirty="0"/>
              <a:pPr marL="38100">
                <a:lnSpc>
                  <a:spcPts val="1639"/>
                </a:lnSpc>
              </a:pPr>
              <a:t>‹#›</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2/2/2026</a:t>
            </a:fld>
            <a:endParaRPr lang="en-US"/>
          </a:p>
        </p:txBody>
      </p:sp>
      <p:sp>
        <p:nvSpPr>
          <p:cNvPr id="4" name="Holder 4"/>
          <p:cNvSpPr>
            <a:spLocks noGrp="1"/>
          </p:cNvSpPr>
          <p:nvPr>
            <p:ph type="sldNum" sz="quarter" idx="7"/>
          </p:nvPr>
        </p:nvSpPr>
        <p:spPr/>
        <p:txBody>
          <a:bodyPr lIns="0" tIns="0" rIns="0" bIns="0"/>
          <a:lstStyle>
            <a:lvl1pPr>
              <a:defRPr sz="1400" b="1" i="0">
                <a:solidFill>
                  <a:schemeClr val="tx1"/>
                </a:solidFill>
                <a:latin typeface="Arial"/>
                <a:cs typeface="Arial"/>
              </a:defRPr>
            </a:lvl1pPr>
          </a:lstStyle>
          <a:p>
            <a:pPr marL="38100">
              <a:lnSpc>
                <a:spcPts val="1639"/>
              </a:lnSpc>
            </a:pPr>
            <a:fld id="{81D60167-4931-47E6-BA6A-407CBD079E47}" type="slidenum">
              <a:rPr spc="-5" dirty="0"/>
              <a:pPr marL="38100">
                <a:lnSpc>
                  <a:spcPts val="1639"/>
                </a:lnSpc>
              </a:pPr>
              <a:t>‹#›</a:t>
            </a:fld>
            <a:endParaRPr spc="-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802" y="1122364"/>
            <a:ext cx="9142810" cy="2387600"/>
          </a:xfrm>
        </p:spPr>
        <p:txBody>
          <a:bodyPr anchor="b"/>
          <a:lstStyle>
            <a:lvl1pPr algn="ctr">
              <a:defRPr sz="7100"/>
            </a:lvl1pPr>
          </a:lstStyle>
          <a:p>
            <a:r>
              <a:rPr lang="en-US" smtClean="0"/>
              <a:t>Click to edit Master title style</a:t>
            </a:r>
            <a:endParaRPr lang="en-US" dirty="0"/>
          </a:p>
        </p:txBody>
      </p:sp>
      <p:sp>
        <p:nvSpPr>
          <p:cNvPr id="3" name="Subtitle 2"/>
          <p:cNvSpPr>
            <a:spLocks noGrp="1"/>
          </p:cNvSpPr>
          <p:nvPr>
            <p:ph type="subTitle" idx="1"/>
          </p:nvPr>
        </p:nvSpPr>
        <p:spPr>
          <a:xfrm>
            <a:off x="1523802" y="3602038"/>
            <a:ext cx="9142810" cy="1655762"/>
          </a:xfrm>
        </p:spPr>
        <p:txBody>
          <a:bodyPr/>
          <a:lstStyle>
            <a:lvl1pPr marL="0" indent="0" algn="ctr">
              <a:buNone/>
              <a:defRPr sz="2900"/>
            </a:lvl1pPr>
            <a:lvl2pPr marL="544251" indent="0" algn="ctr">
              <a:buNone/>
              <a:defRPr sz="2400"/>
            </a:lvl2pPr>
            <a:lvl3pPr marL="1088502" indent="0" algn="ctr">
              <a:buNone/>
              <a:defRPr sz="2100"/>
            </a:lvl3pPr>
            <a:lvl4pPr marL="1632753" indent="0" algn="ctr">
              <a:buNone/>
              <a:defRPr sz="1900"/>
            </a:lvl4pPr>
            <a:lvl5pPr marL="2177004" indent="0" algn="ctr">
              <a:buNone/>
              <a:defRPr sz="1900"/>
            </a:lvl5pPr>
            <a:lvl6pPr marL="2721254" indent="0" algn="ctr">
              <a:buNone/>
              <a:defRPr sz="1900"/>
            </a:lvl6pPr>
            <a:lvl7pPr marL="3265505" indent="0" algn="ctr">
              <a:buNone/>
              <a:defRPr sz="1900"/>
            </a:lvl7pPr>
            <a:lvl8pPr marL="3809756" indent="0" algn="ctr">
              <a:buNone/>
              <a:defRPr sz="1900"/>
            </a:lvl8pPr>
            <a:lvl9pPr marL="4354007" indent="0" algn="ctr">
              <a:buNone/>
              <a:defRPr sz="19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5"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6"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2096596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5"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6"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3633679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747" y="1709750"/>
            <a:ext cx="10514231" cy="2852737"/>
          </a:xfrm>
        </p:spPr>
        <p:txBody>
          <a:bodyPr anchor="b"/>
          <a:lstStyle>
            <a:lvl1pPr>
              <a:defRPr sz="7100"/>
            </a:lvl1pPr>
          </a:lstStyle>
          <a:p>
            <a:r>
              <a:rPr lang="en-US" smtClean="0"/>
              <a:t>Click to edit Master title style</a:t>
            </a:r>
            <a:endParaRPr lang="en-US" dirty="0"/>
          </a:p>
        </p:txBody>
      </p:sp>
      <p:sp>
        <p:nvSpPr>
          <p:cNvPr id="3" name="Text Placeholder 2"/>
          <p:cNvSpPr>
            <a:spLocks noGrp="1"/>
          </p:cNvSpPr>
          <p:nvPr>
            <p:ph type="body" idx="1"/>
          </p:nvPr>
        </p:nvSpPr>
        <p:spPr>
          <a:xfrm>
            <a:off x="831747" y="4589475"/>
            <a:ext cx="10514231" cy="1500187"/>
          </a:xfrm>
        </p:spPr>
        <p:txBody>
          <a:bodyPr/>
          <a:lstStyle>
            <a:lvl1pPr marL="0" indent="0">
              <a:buNone/>
              <a:defRPr sz="2900">
                <a:solidFill>
                  <a:schemeClr val="tx1">
                    <a:tint val="75000"/>
                  </a:schemeClr>
                </a:solidFill>
              </a:defRPr>
            </a:lvl1pPr>
            <a:lvl2pPr marL="544251" indent="0">
              <a:buNone/>
              <a:defRPr sz="2400">
                <a:solidFill>
                  <a:schemeClr val="tx1">
                    <a:tint val="75000"/>
                  </a:schemeClr>
                </a:solidFill>
              </a:defRPr>
            </a:lvl2pPr>
            <a:lvl3pPr marL="1088502" indent="0">
              <a:buNone/>
              <a:defRPr sz="2100">
                <a:solidFill>
                  <a:schemeClr val="tx1">
                    <a:tint val="75000"/>
                  </a:schemeClr>
                </a:solidFill>
              </a:defRPr>
            </a:lvl3pPr>
            <a:lvl4pPr marL="1632753" indent="0">
              <a:buNone/>
              <a:defRPr sz="1900">
                <a:solidFill>
                  <a:schemeClr val="tx1">
                    <a:tint val="75000"/>
                  </a:schemeClr>
                </a:solidFill>
              </a:defRPr>
            </a:lvl4pPr>
            <a:lvl5pPr marL="2177004" indent="0">
              <a:buNone/>
              <a:defRPr sz="1900">
                <a:solidFill>
                  <a:schemeClr val="tx1">
                    <a:tint val="75000"/>
                  </a:schemeClr>
                </a:solidFill>
              </a:defRPr>
            </a:lvl5pPr>
            <a:lvl6pPr marL="2721254" indent="0">
              <a:buNone/>
              <a:defRPr sz="1900">
                <a:solidFill>
                  <a:schemeClr val="tx1">
                    <a:tint val="75000"/>
                  </a:schemeClr>
                </a:solidFill>
              </a:defRPr>
            </a:lvl6pPr>
            <a:lvl7pPr marL="3265505" indent="0">
              <a:buNone/>
              <a:defRPr sz="1900">
                <a:solidFill>
                  <a:schemeClr val="tx1">
                    <a:tint val="75000"/>
                  </a:schemeClr>
                </a:solidFill>
              </a:defRPr>
            </a:lvl7pPr>
            <a:lvl8pPr marL="3809756" indent="0">
              <a:buNone/>
              <a:defRPr sz="1900">
                <a:solidFill>
                  <a:schemeClr val="tx1">
                    <a:tint val="75000"/>
                  </a:schemeClr>
                </a:solidFill>
              </a:defRPr>
            </a:lvl8pPr>
            <a:lvl9pPr marL="4354007" indent="0">
              <a:buNone/>
              <a:defRPr sz="19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5"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6"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811156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091" y="1825625"/>
            <a:ext cx="5180926"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1396" y="1825625"/>
            <a:ext cx="5180926"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6"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7"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3945981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684" y="365129"/>
            <a:ext cx="1051423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680" y="1681163"/>
            <a:ext cx="5157115" cy="823912"/>
          </a:xfrm>
        </p:spPr>
        <p:txBody>
          <a:bodyPr anchor="b"/>
          <a:lstStyle>
            <a:lvl1pPr marL="0" indent="0">
              <a:buNone/>
              <a:defRPr sz="2900" b="1"/>
            </a:lvl1pPr>
            <a:lvl2pPr marL="544251" indent="0">
              <a:buNone/>
              <a:defRPr sz="2400" b="1"/>
            </a:lvl2pPr>
            <a:lvl3pPr marL="1088502" indent="0">
              <a:buNone/>
              <a:defRPr sz="2100" b="1"/>
            </a:lvl3pPr>
            <a:lvl4pPr marL="1632753" indent="0">
              <a:buNone/>
              <a:defRPr sz="1900" b="1"/>
            </a:lvl4pPr>
            <a:lvl5pPr marL="2177004" indent="0">
              <a:buNone/>
              <a:defRPr sz="1900" b="1"/>
            </a:lvl5pPr>
            <a:lvl6pPr marL="2721254" indent="0">
              <a:buNone/>
              <a:defRPr sz="1900" b="1"/>
            </a:lvl6pPr>
            <a:lvl7pPr marL="3265505" indent="0">
              <a:buNone/>
              <a:defRPr sz="1900" b="1"/>
            </a:lvl7pPr>
            <a:lvl8pPr marL="3809756" indent="0">
              <a:buNone/>
              <a:defRPr sz="1900" b="1"/>
            </a:lvl8pPr>
            <a:lvl9pPr marL="4354007" indent="0">
              <a:buNone/>
              <a:defRPr sz="1900" b="1"/>
            </a:lvl9pPr>
          </a:lstStyle>
          <a:p>
            <a:pPr lvl="0"/>
            <a:r>
              <a:rPr lang="en-US" smtClean="0"/>
              <a:t>Click to edit Master text styles</a:t>
            </a:r>
          </a:p>
        </p:txBody>
      </p:sp>
      <p:sp>
        <p:nvSpPr>
          <p:cNvPr id="4" name="Content Placeholder 3"/>
          <p:cNvSpPr>
            <a:spLocks noGrp="1"/>
          </p:cNvSpPr>
          <p:nvPr>
            <p:ph sz="half" idx="2"/>
          </p:nvPr>
        </p:nvSpPr>
        <p:spPr>
          <a:xfrm>
            <a:off x="839680" y="2505075"/>
            <a:ext cx="5157115"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1404" y="1681163"/>
            <a:ext cx="5182513" cy="823912"/>
          </a:xfrm>
        </p:spPr>
        <p:txBody>
          <a:bodyPr anchor="b"/>
          <a:lstStyle>
            <a:lvl1pPr marL="0" indent="0">
              <a:buNone/>
              <a:defRPr sz="2900" b="1"/>
            </a:lvl1pPr>
            <a:lvl2pPr marL="544251" indent="0">
              <a:buNone/>
              <a:defRPr sz="2400" b="1"/>
            </a:lvl2pPr>
            <a:lvl3pPr marL="1088502" indent="0">
              <a:buNone/>
              <a:defRPr sz="2100" b="1"/>
            </a:lvl3pPr>
            <a:lvl4pPr marL="1632753" indent="0">
              <a:buNone/>
              <a:defRPr sz="1900" b="1"/>
            </a:lvl4pPr>
            <a:lvl5pPr marL="2177004" indent="0">
              <a:buNone/>
              <a:defRPr sz="1900" b="1"/>
            </a:lvl5pPr>
            <a:lvl6pPr marL="2721254" indent="0">
              <a:buNone/>
              <a:defRPr sz="1900" b="1"/>
            </a:lvl6pPr>
            <a:lvl7pPr marL="3265505" indent="0">
              <a:buNone/>
              <a:defRPr sz="1900" b="1"/>
            </a:lvl7pPr>
            <a:lvl8pPr marL="3809756" indent="0">
              <a:buNone/>
              <a:defRPr sz="1900" b="1"/>
            </a:lvl8pPr>
            <a:lvl9pPr marL="4354007" indent="0">
              <a:buNone/>
              <a:defRPr sz="1900" b="1"/>
            </a:lvl9pPr>
          </a:lstStyle>
          <a:p>
            <a:pPr lvl="0"/>
            <a:r>
              <a:rPr lang="en-US" smtClean="0"/>
              <a:t>Click to edit Master text styles</a:t>
            </a:r>
          </a:p>
        </p:txBody>
      </p:sp>
      <p:sp>
        <p:nvSpPr>
          <p:cNvPr id="6" name="Content Placeholder 5"/>
          <p:cNvSpPr>
            <a:spLocks noGrp="1"/>
          </p:cNvSpPr>
          <p:nvPr>
            <p:ph sz="quarter" idx="4"/>
          </p:nvPr>
        </p:nvSpPr>
        <p:spPr>
          <a:xfrm>
            <a:off x="6171404" y="2505075"/>
            <a:ext cx="5182513"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8"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9"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97007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4"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5"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37841307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3"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4"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35119055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684" y="457201"/>
            <a:ext cx="3931725" cy="1600200"/>
          </a:xfrm>
        </p:spPr>
        <p:txBody>
          <a:bodyPr anchor="b"/>
          <a:lstStyle>
            <a:lvl1pPr>
              <a:defRPr sz="3800"/>
            </a:lvl1pPr>
          </a:lstStyle>
          <a:p>
            <a:r>
              <a:rPr lang="en-US" smtClean="0"/>
              <a:t>Click to edit Master title style</a:t>
            </a:r>
            <a:endParaRPr lang="en-US" dirty="0"/>
          </a:p>
        </p:txBody>
      </p:sp>
      <p:sp>
        <p:nvSpPr>
          <p:cNvPr id="3" name="Content Placeholder 2"/>
          <p:cNvSpPr>
            <a:spLocks noGrp="1"/>
          </p:cNvSpPr>
          <p:nvPr>
            <p:ph idx="1"/>
          </p:nvPr>
        </p:nvSpPr>
        <p:spPr>
          <a:xfrm>
            <a:off x="5182513" y="987438"/>
            <a:ext cx="6171397" cy="4873625"/>
          </a:xfrm>
        </p:spPr>
        <p:txBody>
          <a:bodyPr/>
          <a:lstStyle>
            <a:lvl1pPr>
              <a:defRPr sz="3800"/>
            </a:lvl1pPr>
            <a:lvl2pPr>
              <a:defRPr sz="3300"/>
            </a:lvl2pPr>
            <a:lvl3pPr>
              <a:defRPr sz="2900"/>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684" y="2057400"/>
            <a:ext cx="3931725" cy="3811588"/>
          </a:xfrm>
        </p:spPr>
        <p:txBody>
          <a:bodyPr/>
          <a:lstStyle>
            <a:lvl1pPr marL="0" indent="0">
              <a:buNone/>
              <a:defRPr sz="1900"/>
            </a:lvl1pPr>
            <a:lvl2pPr marL="544251" indent="0">
              <a:buNone/>
              <a:defRPr sz="1700"/>
            </a:lvl2pPr>
            <a:lvl3pPr marL="1088502" indent="0">
              <a:buNone/>
              <a:defRPr sz="1400"/>
            </a:lvl3pPr>
            <a:lvl4pPr marL="1632753" indent="0">
              <a:buNone/>
              <a:defRPr sz="1200"/>
            </a:lvl4pPr>
            <a:lvl5pPr marL="2177004" indent="0">
              <a:buNone/>
              <a:defRPr sz="1200"/>
            </a:lvl5pPr>
            <a:lvl6pPr marL="2721254" indent="0">
              <a:buNone/>
              <a:defRPr sz="1200"/>
            </a:lvl6pPr>
            <a:lvl7pPr marL="3265505" indent="0">
              <a:buNone/>
              <a:defRPr sz="1200"/>
            </a:lvl7pPr>
            <a:lvl8pPr marL="3809756" indent="0">
              <a:buNone/>
              <a:defRPr sz="1200"/>
            </a:lvl8pPr>
            <a:lvl9pPr marL="4354007" indent="0">
              <a:buNone/>
              <a:defRPr sz="12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6"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7"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23989143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684" y="457201"/>
            <a:ext cx="3931725" cy="1600200"/>
          </a:xfrm>
        </p:spPr>
        <p:txBody>
          <a:bodyPr anchor="b"/>
          <a:lstStyle>
            <a:lvl1pPr>
              <a:defRPr sz="3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2513" y="987438"/>
            <a:ext cx="6171397" cy="4873625"/>
          </a:xfrm>
        </p:spPr>
        <p:txBody>
          <a:bodyPr rtlCol="0">
            <a:normAutofit/>
          </a:bodyPr>
          <a:lstStyle>
            <a:lvl1pPr marL="0" indent="0">
              <a:buNone/>
              <a:defRPr sz="3800"/>
            </a:lvl1pPr>
            <a:lvl2pPr marL="544251" indent="0">
              <a:buNone/>
              <a:defRPr sz="3300"/>
            </a:lvl2pPr>
            <a:lvl3pPr marL="1088502" indent="0">
              <a:buNone/>
              <a:defRPr sz="2900"/>
            </a:lvl3pPr>
            <a:lvl4pPr marL="1632753" indent="0">
              <a:buNone/>
              <a:defRPr sz="2400"/>
            </a:lvl4pPr>
            <a:lvl5pPr marL="2177004" indent="0">
              <a:buNone/>
              <a:defRPr sz="2400"/>
            </a:lvl5pPr>
            <a:lvl6pPr marL="2721254" indent="0">
              <a:buNone/>
              <a:defRPr sz="2400"/>
            </a:lvl6pPr>
            <a:lvl7pPr marL="3265505" indent="0">
              <a:buNone/>
              <a:defRPr sz="2400"/>
            </a:lvl7pPr>
            <a:lvl8pPr marL="3809756" indent="0">
              <a:buNone/>
              <a:defRPr sz="2400"/>
            </a:lvl8pPr>
            <a:lvl9pPr marL="4354007" indent="0">
              <a:buNone/>
              <a:defRPr sz="24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839684" y="2057400"/>
            <a:ext cx="3931725" cy="3811588"/>
          </a:xfrm>
        </p:spPr>
        <p:txBody>
          <a:bodyPr/>
          <a:lstStyle>
            <a:lvl1pPr marL="0" indent="0">
              <a:buNone/>
              <a:defRPr sz="1900"/>
            </a:lvl1pPr>
            <a:lvl2pPr marL="544251" indent="0">
              <a:buNone/>
              <a:defRPr sz="1700"/>
            </a:lvl2pPr>
            <a:lvl3pPr marL="1088502" indent="0">
              <a:buNone/>
              <a:defRPr sz="1400"/>
            </a:lvl3pPr>
            <a:lvl4pPr marL="1632753" indent="0">
              <a:buNone/>
              <a:defRPr sz="1200"/>
            </a:lvl4pPr>
            <a:lvl5pPr marL="2177004" indent="0">
              <a:buNone/>
              <a:defRPr sz="1200"/>
            </a:lvl5pPr>
            <a:lvl6pPr marL="2721254" indent="0">
              <a:buNone/>
              <a:defRPr sz="1200"/>
            </a:lvl6pPr>
            <a:lvl7pPr marL="3265505" indent="0">
              <a:buNone/>
              <a:defRPr sz="1200"/>
            </a:lvl7pPr>
            <a:lvl8pPr marL="3809756" indent="0">
              <a:buNone/>
              <a:defRPr sz="1200"/>
            </a:lvl8pPr>
            <a:lvl9pPr marL="4354007" indent="0">
              <a:buNone/>
              <a:defRPr sz="12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6"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7"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39493839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5"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6"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23149182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3766" y="365125"/>
            <a:ext cx="2628558"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093" y="365125"/>
            <a:ext cx="7733293"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5"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6"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21440113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802" y="1122364"/>
            <a:ext cx="9142810" cy="2387600"/>
          </a:xfrm>
        </p:spPr>
        <p:txBody>
          <a:bodyPr anchor="b"/>
          <a:lstStyle>
            <a:lvl1pPr algn="ctr">
              <a:defRPr sz="7100"/>
            </a:lvl1pPr>
          </a:lstStyle>
          <a:p>
            <a:r>
              <a:rPr lang="en-US" smtClean="0"/>
              <a:t>Click to edit Master title style</a:t>
            </a:r>
            <a:endParaRPr lang="en-US" dirty="0"/>
          </a:p>
        </p:txBody>
      </p:sp>
      <p:sp>
        <p:nvSpPr>
          <p:cNvPr id="3" name="Subtitle 2"/>
          <p:cNvSpPr>
            <a:spLocks noGrp="1"/>
          </p:cNvSpPr>
          <p:nvPr>
            <p:ph type="subTitle" idx="1"/>
          </p:nvPr>
        </p:nvSpPr>
        <p:spPr>
          <a:xfrm>
            <a:off x="1523802" y="3602038"/>
            <a:ext cx="9142810" cy="1655762"/>
          </a:xfrm>
        </p:spPr>
        <p:txBody>
          <a:bodyPr/>
          <a:lstStyle>
            <a:lvl1pPr marL="0" indent="0" algn="ctr">
              <a:buNone/>
              <a:defRPr sz="2900"/>
            </a:lvl1pPr>
            <a:lvl2pPr marL="544251" indent="0" algn="ctr">
              <a:buNone/>
              <a:defRPr sz="2400"/>
            </a:lvl2pPr>
            <a:lvl3pPr marL="1088502" indent="0" algn="ctr">
              <a:buNone/>
              <a:defRPr sz="2100"/>
            </a:lvl3pPr>
            <a:lvl4pPr marL="1632753" indent="0" algn="ctr">
              <a:buNone/>
              <a:defRPr sz="1900"/>
            </a:lvl4pPr>
            <a:lvl5pPr marL="2177004" indent="0" algn="ctr">
              <a:buNone/>
              <a:defRPr sz="1900"/>
            </a:lvl5pPr>
            <a:lvl6pPr marL="2721254" indent="0" algn="ctr">
              <a:buNone/>
              <a:defRPr sz="1900"/>
            </a:lvl6pPr>
            <a:lvl7pPr marL="3265505" indent="0" algn="ctr">
              <a:buNone/>
              <a:defRPr sz="1900"/>
            </a:lvl7pPr>
            <a:lvl8pPr marL="3809756" indent="0" algn="ctr">
              <a:buNone/>
              <a:defRPr sz="1900"/>
            </a:lvl8pPr>
            <a:lvl9pPr marL="4354007" indent="0" algn="ctr">
              <a:buNone/>
              <a:defRPr sz="19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5"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6"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20965966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5"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6"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36336792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744" y="1709744"/>
            <a:ext cx="10514231" cy="2852737"/>
          </a:xfrm>
        </p:spPr>
        <p:txBody>
          <a:bodyPr anchor="b"/>
          <a:lstStyle>
            <a:lvl1pPr>
              <a:defRPr sz="7100"/>
            </a:lvl1pPr>
          </a:lstStyle>
          <a:p>
            <a:r>
              <a:rPr lang="en-US" smtClean="0"/>
              <a:t>Click to edit Master title style</a:t>
            </a:r>
            <a:endParaRPr lang="en-US" dirty="0"/>
          </a:p>
        </p:txBody>
      </p:sp>
      <p:sp>
        <p:nvSpPr>
          <p:cNvPr id="3" name="Text Placeholder 2"/>
          <p:cNvSpPr>
            <a:spLocks noGrp="1"/>
          </p:cNvSpPr>
          <p:nvPr>
            <p:ph type="body" idx="1"/>
          </p:nvPr>
        </p:nvSpPr>
        <p:spPr>
          <a:xfrm>
            <a:off x="831744" y="4589469"/>
            <a:ext cx="10514231" cy="1500187"/>
          </a:xfrm>
        </p:spPr>
        <p:txBody>
          <a:bodyPr/>
          <a:lstStyle>
            <a:lvl1pPr marL="0" indent="0">
              <a:buNone/>
              <a:defRPr sz="2900">
                <a:solidFill>
                  <a:schemeClr val="tx1">
                    <a:tint val="75000"/>
                  </a:schemeClr>
                </a:solidFill>
              </a:defRPr>
            </a:lvl1pPr>
            <a:lvl2pPr marL="544251" indent="0">
              <a:buNone/>
              <a:defRPr sz="2400">
                <a:solidFill>
                  <a:schemeClr val="tx1">
                    <a:tint val="75000"/>
                  </a:schemeClr>
                </a:solidFill>
              </a:defRPr>
            </a:lvl2pPr>
            <a:lvl3pPr marL="1088502" indent="0">
              <a:buNone/>
              <a:defRPr sz="2100">
                <a:solidFill>
                  <a:schemeClr val="tx1">
                    <a:tint val="75000"/>
                  </a:schemeClr>
                </a:solidFill>
              </a:defRPr>
            </a:lvl3pPr>
            <a:lvl4pPr marL="1632753" indent="0">
              <a:buNone/>
              <a:defRPr sz="1900">
                <a:solidFill>
                  <a:schemeClr val="tx1">
                    <a:tint val="75000"/>
                  </a:schemeClr>
                </a:solidFill>
              </a:defRPr>
            </a:lvl4pPr>
            <a:lvl5pPr marL="2177004" indent="0">
              <a:buNone/>
              <a:defRPr sz="1900">
                <a:solidFill>
                  <a:schemeClr val="tx1">
                    <a:tint val="75000"/>
                  </a:schemeClr>
                </a:solidFill>
              </a:defRPr>
            </a:lvl5pPr>
            <a:lvl6pPr marL="2721254" indent="0">
              <a:buNone/>
              <a:defRPr sz="1900">
                <a:solidFill>
                  <a:schemeClr val="tx1">
                    <a:tint val="75000"/>
                  </a:schemeClr>
                </a:solidFill>
              </a:defRPr>
            </a:lvl6pPr>
            <a:lvl7pPr marL="3265505" indent="0">
              <a:buNone/>
              <a:defRPr sz="1900">
                <a:solidFill>
                  <a:schemeClr val="tx1">
                    <a:tint val="75000"/>
                  </a:schemeClr>
                </a:solidFill>
              </a:defRPr>
            </a:lvl7pPr>
            <a:lvl8pPr marL="3809756" indent="0">
              <a:buNone/>
              <a:defRPr sz="1900">
                <a:solidFill>
                  <a:schemeClr val="tx1">
                    <a:tint val="75000"/>
                  </a:schemeClr>
                </a:solidFill>
              </a:defRPr>
            </a:lvl8pPr>
            <a:lvl9pPr marL="4354007" indent="0">
              <a:buNone/>
              <a:defRPr sz="19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5"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6"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8111566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091" y="1825625"/>
            <a:ext cx="5180926"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1396" y="1825625"/>
            <a:ext cx="5180926"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6"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7"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39459812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681" y="365129"/>
            <a:ext cx="1051423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680" y="1681163"/>
            <a:ext cx="5157115" cy="823912"/>
          </a:xfrm>
        </p:spPr>
        <p:txBody>
          <a:bodyPr anchor="b"/>
          <a:lstStyle>
            <a:lvl1pPr marL="0" indent="0">
              <a:buNone/>
              <a:defRPr sz="2900" b="1"/>
            </a:lvl1pPr>
            <a:lvl2pPr marL="544251" indent="0">
              <a:buNone/>
              <a:defRPr sz="2400" b="1"/>
            </a:lvl2pPr>
            <a:lvl3pPr marL="1088502" indent="0">
              <a:buNone/>
              <a:defRPr sz="2100" b="1"/>
            </a:lvl3pPr>
            <a:lvl4pPr marL="1632753" indent="0">
              <a:buNone/>
              <a:defRPr sz="1900" b="1"/>
            </a:lvl4pPr>
            <a:lvl5pPr marL="2177004" indent="0">
              <a:buNone/>
              <a:defRPr sz="1900" b="1"/>
            </a:lvl5pPr>
            <a:lvl6pPr marL="2721254" indent="0">
              <a:buNone/>
              <a:defRPr sz="1900" b="1"/>
            </a:lvl6pPr>
            <a:lvl7pPr marL="3265505" indent="0">
              <a:buNone/>
              <a:defRPr sz="1900" b="1"/>
            </a:lvl7pPr>
            <a:lvl8pPr marL="3809756" indent="0">
              <a:buNone/>
              <a:defRPr sz="1900" b="1"/>
            </a:lvl8pPr>
            <a:lvl9pPr marL="4354007" indent="0">
              <a:buNone/>
              <a:defRPr sz="1900" b="1"/>
            </a:lvl9pPr>
          </a:lstStyle>
          <a:p>
            <a:pPr lvl="0"/>
            <a:r>
              <a:rPr lang="en-US" smtClean="0"/>
              <a:t>Click to edit Master text styles</a:t>
            </a:r>
          </a:p>
        </p:txBody>
      </p:sp>
      <p:sp>
        <p:nvSpPr>
          <p:cNvPr id="4" name="Content Placeholder 3"/>
          <p:cNvSpPr>
            <a:spLocks noGrp="1"/>
          </p:cNvSpPr>
          <p:nvPr>
            <p:ph sz="half" idx="2"/>
          </p:nvPr>
        </p:nvSpPr>
        <p:spPr>
          <a:xfrm>
            <a:off x="839680" y="2505075"/>
            <a:ext cx="5157115"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1401" y="1681163"/>
            <a:ext cx="5182513" cy="823912"/>
          </a:xfrm>
        </p:spPr>
        <p:txBody>
          <a:bodyPr anchor="b"/>
          <a:lstStyle>
            <a:lvl1pPr marL="0" indent="0">
              <a:buNone/>
              <a:defRPr sz="2900" b="1"/>
            </a:lvl1pPr>
            <a:lvl2pPr marL="544251" indent="0">
              <a:buNone/>
              <a:defRPr sz="2400" b="1"/>
            </a:lvl2pPr>
            <a:lvl3pPr marL="1088502" indent="0">
              <a:buNone/>
              <a:defRPr sz="2100" b="1"/>
            </a:lvl3pPr>
            <a:lvl4pPr marL="1632753" indent="0">
              <a:buNone/>
              <a:defRPr sz="1900" b="1"/>
            </a:lvl4pPr>
            <a:lvl5pPr marL="2177004" indent="0">
              <a:buNone/>
              <a:defRPr sz="1900" b="1"/>
            </a:lvl5pPr>
            <a:lvl6pPr marL="2721254" indent="0">
              <a:buNone/>
              <a:defRPr sz="1900" b="1"/>
            </a:lvl6pPr>
            <a:lvl7pPr marL="3265505" indent="0">
              <a:buNone/>
              <a:defRPr sz="1900" b="1"/>
            </a:lvl7pPr>
            <a:lvl8pPr marL="3809756" indent="0">
              <a:buNone/>
              <a:defRPr sz="1900" b="1"/>
            </a:lvl8pPr>
            <a:lvl9pPr marL="4354007" indent="0">
              <a:buNone/>
              <a:defRPr sz="1900" b="1"/>
            </a:lvl9pPr>
          </a:lstStyle>
          <a:p>
            <a:pPr lvl="0"/>
            <a:r>
              <a:rPr lang="en-US" smtClean="0"/>
              <a:t>Click to edit Master text styles</a:t>
            </a:r>
          </a:p>
        </p:txBody>
      </p:sp>
      <p:sp>
        <p:nvSpPr>
          <p:cNvPr id="6" name="Content Placeholder 5"/>
          <p:cNvSpPr>
            <a:spLocks noGrp="1"/>
          </p:cNvSpPr>
          <p:nvPr>
            <p:ph sz="quarter" idx="4"/>
          </p:nvPr>
        </p:nvSpPr>
        <p:spPr>
          <a:xfrm>
            <a:off x="6171401" y="2505075"/>
            <a:ext cx="5182513"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8"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9"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9700773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4"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5"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37841307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3"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4"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35119055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681" y="457201"/>
            <a:ext cx="3931725" cy="1600200"/>
          </a:xfrm>
        </p:spPr>
        <p:txBody>
          <a:bodyPr anchor="b"/>
          <a:lstStyle>
            <a:lvl1pPr>
              <a:defRPr sz="3800"/>
            </a:lvl1pPr>
          </a:lstStyle>
          <a:p>
            <a:r>
              <a:rPr lang="en-US" smtClean="0"/>
              <a:t>Click to edit Master title style</a:t>
            </a:r>
            <a:endParaRPr lang="en-US" dirty="0"/>
          </a:p>
        </p:txBody>
      </p:sp>
      <p:sp>
        <p:nvSpPr>
          <p:cNvPr id="3" name="Content Placeholder 2"/>
          <p:cNvSpPr>
            <a:spLocks noGrp="1"/>
          </p:cNvSpPr>
          <p:nvPr>
            <p:ph idx="1"/>
          </p:nvPr>
        </p:nvSpPr>
        <p:spPr>
          <a:xfrm>
            <a:off x="5182513" y="987432"/>
            <a:ext cx="6171397" cy="4873625"/>
          </a:xfrm>
        </p:spPr>
        <p:txBody>
          <a:bodyPr/>
          <a:lstStyle>
            <a:lvl1pPr>
              <a:defRPr sz="3800"/>
            </a:lvl1pPr>
            <a:lvl2pPr>
              <a:defRPr sz="3300"/>
            </a:lvl2pPr>
            <a:lvl3pPr>
              <a:defRPr sz="2900"/>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681" y="2057400"/>
            <a:ext cx="3931725" cy="3811588"/>
          </a:xfrm>
        </p:spPr>
        <p:txBody>
          <a:bodyPr/>
          <a:lstStyle>
            <a:lvl1pPr marL="0" indent="0">
              <a:buNone/>
              <a:defRPr sz="1900"/>
            </a:lvl1pPr>
            <a:lvl2pPr marL="544251" indent="0">
              <a:buNone/>
              <a:defRPr sz="1700"/>
            </a:lvl2pPr>
            <a:lvl3pPr marL="1088502" indent="0">
              <a:buNone/>
              <a:defRPr sz="1400"/>
            </a:lvl3pPr>
            <a:lvl4pPr marL="1632753" indent="0">
              <a:buNone/>
              <a:defRPr sz="1200"/>
            </a:lvl4pPr>
            <a:lvl5pPr marL="2177004" indent="0">
              <a:buNone/>
              <a:defRPr sz="1200"/>
            </a:lvl5pPr>
            <a:lvl6pPr marL="2721254" indent="0">
              <a:buNone/>
              <a:defRPr sz="1200"/>
            </a:lvl6pPr>
            <a:lvl7pPr marL="3265505" indent="0">
              <a:buNone/>
              <a:defRPr sz="1200"/>
            </a:lvl7pPr>
            <a:lvl8pPr marL="3809756" indent="0">
              <a:buNone/>
              <a:defRPr sz="1200"/>
            </a:lvl8pPr>
            <a:lvl9pPr marL="4354007" indent="0">
              <a:buNone/>
              <a:defRPr sz="12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6"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7"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23989143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681" y="457201"/>
            <a:ext cx="3931725" cy="1600200"/>
          </a:xfrm>
        </p:spPr>
        <p:txBody>
          <a:bodyPr anchor="b"/>
          <a:lstStyle>
            <a:lvl1pPr>
              <a:defRPr sz="3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2513" y="987432"/>
            <a:ext cx="6171397" cy="4873625"/>
          </a:xfrm>
        </p:spPr>
        <p:txBody>
          <a:bodyPr rtlCol="0">
            <a:normAutofit/>
          </a:bodyPr>
          <a:lstStyle>
            <a:lvl1pPr marL="0" indent="0">
              <a:buNone/>
              <a:defRPr sz="3800"/>
            </a:lvl1pPr>
            <a:lvl2pPr marL="544251" indent="0">
              <a:buNone/>
              <a:defRPr sz="3300"/>
            </a:lvl2pPr>
            <a:lvl3pPr marL="1088502" indent="0">
              <a:buNone/>
              <a:defRPr sz="2900"/>
            </a:lvl3pPr>
            <a:lvl4pPr marL="1632753" indent="0">
              <a:buNone/>
              <a:defRPr sz="2400"/>
            </a:lvl4pPr>
            <a:lvl5pPr marL="2177004" indent="0">
              <a:buNone/>
              <a:defRPr sz="2400"/>
            </a:lvl5pPr>
            <a:lvl6pPr marL="2721254" indent="0">
              <a:buNone/>
              <a:defRPr sz="2400"/>
            </a:lvl6pPr>
            <a:lvl7pPr marL="3265505" indent="0">
              <a:buNone/>
              <a:defRPr sz="2400"/>
            </a:lvl7pPr>
            <a:lvl8pPr marL="3809756" indent="0">
              <a:buNone/>
              <a:defRPr sz="2400"/>
            </a:lvl8pPr>
            <a:lvl9pPr marL="4354007" indent="0">
              <a:buNone/>
              <a:defRPr sz="24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839681" y="2057400"/>
            <a:ext cx="3931725" cy="3811588"/>
          </a:xfrm>
        </p:spPr>
        <p:txBody>
          <a:bodyPr/>
          <a:lstStyle>
            <a:lvl1pPr marL="0" indent="0">
              <a:buNone/>
              <a:defRPr sz="1900"/>
            </a:lvl1pPr>
            <a:lvl2pPr marL="544251" indent="0">
              <a:buNone/>
              <a:defRPr sz="1700"/>
            </a:lvl2pPr>
            <a:lvl3pPr marL="1088502" indent="0">
              <a:buNone/>
              <a:defRPr sz="1400"/>
            </a:lvl3pPr>
            <a:lvl4pPr marL="1632753" indent="0">
              <a:buNone/>
              <a:defRPr sz="1200"/>
            </a:lvl4pPr>
            <a:lvl5pPr marL="2177004" indent="0">
              <a:buNone/>
              <a:defRPr sz="1200"/>
            </a:lvl5pPr>
            <a:lvl6pPr marL="2721254" indent="0">
              <a:buNone/>
              <a:defRPr sz="1200"/>
            </a:lvl6pPr>
            <a:lvl7pPr marL="3265505" indent="0">
              <a:buNone/>
              <a:defRPr sz="1200"/>
            </a:lvl7pPr>
            <a:lvl8pPr marL="3809756" indent="0">
              <a:buNone/>
              <a:defRPr sz="1200"/>
            </a:lvl8pPr>
            <a:lvl9pPr marL="4354007" indent="0">
              <a:buNone/>
              <a:defRPr sz="12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6"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7"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39493839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5"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6"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23149182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3766" y="365125"/>
            <a:ext cx="2628558"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093" y="365125"/>
            <a:ext cx="7733293"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2/2/2026</a:t>
            </a:fld>
            <a:endParaRPr lang="en-US" dirty="0"/>
          </a:p>
        </p:txBody>
      </p:sp>
      <p:sp>
        <p:nvSpPr>
          <p:cNvPr id="5" name="Footer Placeholder 4"/>
          <p:cNvSpPr>
            <a:spLocks noGrp="1"/>
          </p:cNvSpPr>
          <p:nvPr>
            <p:ph type="ftr" sz="quarter" idx="11"/>
          </p:nvPr>
        </p:nvSpPr>
        <p:spPr/>
        <p:txBody>
          <a:bodyPr/>
          <a:lstStyle>
            <a:lvl1pPr marL="15118">
              <a:lnSpc>
                <a:spcPct val="100000"/>
              </a:lnSpc>
              <a:spcBef>
                <a:spcPts val="131"/>
              </a:spcBef>
              <a:defRPr/>
            </a:lvl1pPr>
          </a:lstStyle>
          <a:p>
            <a:pPr marL="53975">
              <a:lnSpc>
                <a:spcPts val="955"/>
              </a:lnSpc>
            </a:pPr>
            <a:r>
              <a:rPr lang="en-US" spc="-20" dirty="0" smtClean="0"/>
              <a:t>©3G4G</a:t>
            </a:r>
            <a:endParaRPr lang="en-US" spc="-20" dirty="0"/>
          </a:p>
        </p:txBody>
      </p:sp>
      <p:sp>
        <p:nvSpPr>
          <p:cNvPr id="6" name="Slide Number Placeholder 5"/>
          <p:cNvSpPr>
            <a:spLocks noGrp="1"/>
          </p:cNvSpPr>
          <p:nvPr>
            <p:ph type="sldNum" sz="quarter" idx="12"/>
          </p:nvPr>
        </p:nvSpPr>
        <p:spPr/>
        <p:txBody>
          <a:bodyPr/>
          <a:lstStyle>
            <a:lvl1pPr marL="15118">
              <a:lnSpc>
                <a:spcPct val="100000"/>
              </a:lnSpc>
              <a:spcBef>
                <a:spcPts val="131"/>
              </a:spcBef>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21440113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3.png"/><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3.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 y="5173204"/>
            <a:ext cx="12190413" cy="1684792"/>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943273" y="30607"/>
            <a:ext cx="9954657" cy="430887"/>
          </a:xfrm>
          <a:prstGeom prst="rect">
            <a:avLst/>
          </a:prstGeom>
        </p:spPr>
        <p:txBody>
          <a:bodyPr wrap="square" lIns="0" tIns="0" rIns="0" bIns="0">
            <a:spAutoFit/>
          </a:bodyPr>
          <a:lstStyle>
            <a:lvl1pPr>
              <a:defRPr sz="2800" b="0" i="0">
                <a:solidFill>
                  <a:srgbClr val="1F3863"/>
                </a:solidFill>
                <a:latin typeface="Trebuchet MS"/>
                <a:cs typeface="Trebuchet MS"/>
              </a:defRPr>
            </a:lvl1pPr>
          </a:lstStyle>
          <a:p>
            <a:endParaRPr/>
          </a:p>
        </p:txBody>
      </p:sp>
      <p:sp>
        <p:nvSpPr>
          <p:cNvPr id="3" name="Holder 3"/>
          <p:cNvSpPr>
            <a:spLocks noGrp="1"/>
          </p:cNvSpPr>
          <p:nvPr>
            <p:ph type="body" idx="1"/>
          </p:nvPr>
        </p:nvSpPr>
        <p:spPr>
          <a:xfrm>
            <a:off x="1174616" y="1078855"/>
            <a:ext cx="9841184" cy="430887"/>
          </a:xfrm>
          <a:prstGeom prst="rect">
            <a:avLst/>
          </a:prstGeom>
        </p:spPr>
        <p:txBody>
          <a:bodyPr wrap="square" lIns="0" tIns="0" rIns="0" bIns="0">
            <a:spAutoFit/>
          </a:bodyPr>
          <a:lstStyle>
            <a:lvl1pPr>
              <a:defRPr sz="2800" b="0" i="0">
                <a:solidFill>
                  <a:schemeClr val="tx1"/>
                </a:solidFill>
                <a:latin typeface="Caladea"/>
                <a:cs typeface="Caladea"/>
              </a:defRPr>
            </a:lvl1pPr>
          </a:lstStyle>
          <a:p>
            <a:endParaRPr/>
          </a:p>
        </p:txBody>
      </p:sp>
      <p:sp>
        <p:nvSpPr>
          <p:cNvPr id="4" name="Holder 4"/>
          <p:cNvSpPr>
            <a:spLocks noGrp="1"/>
          </p:cNvSpPr>
          <p:nvPr>
            <p:ph type="ftr" sz="quarter" idx="5"/>
          </p:nvPr>
        </p:nvSpPr>
        <p:spPr>
          <a:xfrm>
            <a:off x="4144741" y="6377950"/>
            <a:ext cx="3900932"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526" y="6377950"/>
            <a:ext cx="2803795"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2/2/2026</a:t>
            </a:fld>
            <a:endParaRPr lang="en-US"/>
          </a:p>
        </p:txBody>
      </p:sp>
      <p:sp>
        <p:nvSpPr>
          <p:cNvPr id="6" name="Holder 6"/>
          <p:cNvSpPr>
            <a:spLocks noGrp="1"/>
          </p:cNvSpPr>
          <p:nvPr>
            <p:ph type="sldNum" sz="quarter" idx="7"/>
          </p:nvPr>
        </p:nvSpPr>
        <p:spPr>
          <a:xfrm>
            <a:off x="11727517" y="6508812"/>
            <a:ext cx="362325" cy="205184"/>
          </a:xfrm>
          <a:prstGeom prst="rect">
            <a:avLst/>
          </a:prstGeom>
        </p:spPr>
        <p:txBody>
          <a:bodyPr wrap="square" lIns="0" tIns="0" rIns="0" bIns="0">
            <a:spAutoFit/>
          </a:bodyPr>
          <a:lstStyle>
            <a:lvl1pPr>
              <a:defRPr sz="1400" b="1" i="0">
                <a:solidFill>
                  <a:schemeClr val="tx1"/>
                </a:solidFill>
                <a:latin typeface="Arial"/>
                <a:cs typeface="Arial"/>
              </a:defRPr>
            </a:lvl1pPr>
          </a:lstStyle>
          <a:p>
            <a:pPr marL="38100">
              <a:lnSpc>
                <a:spcPts val="1639"/>
              </a:lnSpc>
            </a:pPr>
            <a:fld id="{81D60167-4931-47E6-BA6A-407CBD079E47}" type="slidenum">
              <a:rPr spc="-5" dirty="0"/>
              <a:pPr marL="38100">
                <a:lnSpc>
                  <a:spcPts val="1639"/>
                </a:lnSpc>
              </a:pPr>
              <a:t>‹#›</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096" y="365129"/>
            <a:ext cx="10514231" cy="1325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08850" tIns="54425" rIns="108850" bIns="54425"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838096" y="1825625"/>
            <a:ext cx="10514231" cy="4351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08850" tIns="54425" rIns="108850" bIns="5442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838096" y="6356362"/>
            <a:ext cx="2742843" cy="365125"/>
          </a:xfrm>
          <a:prstGeom prst="rect">
            <a:avLst/>
          </a:prstGeom>
        </p:spPr>
        <p:txBody>
          <a:bodyPr vert="horz" lIns="108850" tIns="54425" rIns="108850" bIns="54425" rtlCol="0" anchor="ctr"/>
          <a:lstStyle>
            <a:lvl1pPr algn="l">
              <a:defRPr sz="1400" smtClean="0">
                <a:solidFill>
                  <a:schemeClr val="tx1">
                    <a:tint val="75000"/>
                  </a:schemeClr>
                </a:solidFill>
              </a:defRPr>
            </a:lvl1pPr>
          </a:lstStyle>
          <a:p>
            <a:fld id="{1D8BD707-D9CF-40AE-B4C6-C98DA3205C09}" type="datetimeFigureOut">
              <a:rPr lang="en-US" smtClean="0"/>
              <a:pPr/>
              <a:t>2/2/2026</a:t>
            </a:fld>
            <a:endParaRPr lang="en-US" dirty="0"/>
          </a:p>
        </p:txBody>
      </p:sp>
      <p:sp>
        <p:nvSpPr>
          <p:cNvPr id="5" name="Footer Placeholder 4"/>
          <p:cNvSpPr>
            <a:spLocks noGrp="1"/>
          </p:cNvSpPr>
          <p:nvPr>
            <p:ph type="ftr" sz="quarter" idx="3"/>
          </p:nvPr>
        </p:nvSpPr>
        <p:spPr>
          <a:xfrm>
            <a:off x="4038075" y="6356362"/>
            <a:ext cx="4114264" cy="365125"/>
          </a:xfrm>
          <a:prstGeom prst="rect">
            <a:avLst/>
          </a:prstGeom>
        </p:spPr>
        <p:txBody>
          <a:bodyPr vert="horz" lIns="108850" tIns="54425" rIns="108850" bIns="54425" rtlCol="0" anchor="ctr"/>
          <a:lstStyle>
            <a:lvl1pPr marL="15118" algn="ctr">
              <a:lnSpc>
                <a:spcPct val="100000"/>
              </a:lnSpc>
              <a:spcBef>
                <a:spcPts val="131"/>
              </a:spcBef>
              <a:defRPr sz="1400">
                <a:solidFill>
                  <a:schemeClr val="tx1">
                    <a:tint val="75000"/>
                  </a:schemeClr>
                </a:solidFill>
              </a:defRPr>
            </a:lvl1pPr>
          </a:lstStyle>
          <a:p>
            <a:pPr marL="53975">
              <a:lnSpc>
                <a:spcPts val="955"/>
              </a:lnSpc>
            </a:pPr>
            <a:r>
              <a:rPr lang="en-US" spc="-20" dirty="0" smtClean="0"/>
              <a:t>©3G4G</a:t>
            </a:r>
            <a:endParaRPr lang="en-US" spc="-20" dirty="0"/>
          </a:p>
        </p:txBody>
      </p:sp>
      <p:sp>
        <p:nvSpPr>
          <p:cNvPr id="6" name="Slide Number Placeholder 5"/>
          <p:cNvSpPr>
            <a:spLocks noGrp="1"/>
          </p:cNvSpPr>
          <p:nvPr>
            <p:ph type="sldNum" sz="quarter" idx="4"/>
          </p:nvPr>
        </p:nvSpPr>
        <p:spPr>
          <a:xfrm>
            <a:off x="8609479" y="6356362"/>
            <a:ext cx="2742843" cy="365125"/>
          </a:xfrm>
          <a:prstGeom prst="rect">
            <a:avLst/>
          </a:prstGeom>
        </p:spPr>
        <p:txBody>
          <a:bodyPr vert="horz" lIns="108850" tIns="54425" rIns="108850" bIns="54425" rtlCol="0" anchor="ctr"/>
          <a:lstStyle>
            <a:lvl1pPr marL="15118" algn="r">
              <a:lnSpc>
                <a:spcPct val="100000"/>
              </a:lnSpc>
              <a:spcBef>
                <a:spcPts val="131"/>
              </a:spcBef>
              <a:defRPr sz="1400" smtClean="0">
                <a:solidFill>
                  <a:schemeClr val="tx1">
                    <a:tint val="75000"/>
                  </a:schemeClr>
                </a:solidFill>
              </a:defRPr>
            </a:lvl1pPr>
          </a:lstStyle>
          <a:p>
            <a:fld id="{B6F15528-21DE-4FAA-801E-634DDDAF4B2B}" type="slidenum">
              <a:rPr lang="en-US" smtClean="0"/>
              <a:pPr/>
              <a:t>‹#›</a:t>
            </a:fld>
            <a:endParaRPr lang="en-US" dirty="0"/>
          </a:p>
        </p:txBody>
      </p:sp>
      <p:pic>
        <p:nvPicPr>
          <p:cNvPr id="1031" name="Picture 7"/>
          <p:cNvPicPr>
            <a:picLocks noChangeAspect="1"/>
          </p:cNvPicPr>
          <p:nvPr/>
        </p:nvPicPr>
        <p:blipFill>
          <a:blip r:embed="rId13">
            <a:extLst>
              <a:ext uri="{28A0092B-C50C-407E-A947-70E740481C1C}">
                <a14:useLocalDpi xmlns:a14="http://schemas.microsoft.com/office/drawing/2010/main" xmlns="" val="0"/>
              </a:ext>
            </a:extLst>
          </a:blip>
          <a:srcRect/>
          <a:stretch>
            <a:fillRect/>
          </a:stretch>
        </p:blipFill>
        <p:spPr bwMode="auto">
          <a:xfrm>
            <a:off x="5" y="5153038"/>
            <a:ext cx="12190413" cy="1704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rtl="0" eaLnBrk="1" fontAlgn="base" hangingPunct="1">
        <a:lnSpc>
          <a:spcPct val="90000"/>
        </a:lnSpc>
        <a:spcBef>
          <a:spcPct val="0"/>
        </a:spcBef>
        <a:spcAft>
          <a:spcPct val="0"/>
        </a:spcAft>
        <a:defRPr sz="5200" kern="1200">
          <a:solidFill>
            <a:schemeClr val="tx1"/>
          </a:solidFill>
          <a:latin typeface="+mj-lt"/>
          <a:ea typeface="+mj-ea"/>
          <a:cs typeface="+mj-cs"/>
        </a:defRPr>
      </a:lvl1pPr>
      <a:lvl2pPr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5pPr>
      <a:lvl6pPr marL="544251"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6pPr>
      <a:lvl7pPr marL="1088502"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7pPr>
      <a:lvl8pPr marL="1632753"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8pPr>
      <a:lvl9pPr marL="2177004"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9pPr>
    </p:titleStyle>
    <p:bodyStyle>
      <a:lvl1pPr marL="272125" indent="-272125" algn="l" rtl="0" eaLnBrk="1" fontAlgn="base" hangingPunct="1">
        <a:lnSpc>
          <a:spcPct val="90000"/>
        </a:lnSpc>
        <a:spcBef>
          <a:spcPts val="1190"/>
        </a:spcBef>
        <a:spcAft>
          <a:spcPct val="0"/>
        </a:spcAft>
        <a:buFont typeface="Arial" panose="020B0604020202020204" pitchFamily="34" charset="0"/>
        <a:buChar char="•"/>
        <a:defRPr sz="3300" kern="1200">
          <a:solidFill>
            <a:schemeClr val="tx1"/>
          </a:solidFill>
          <a:latin typeface="+mn-lt"/>
          <a:ea typeface="+mn-ea"/>
          <a:cs typeface="+mn-cs"/>
        </a:defRPr>
      </a:lvl1pPr>
      <a:lvl2pPr marL="816376" indent="-272125" algn="l" rtl="0" eaLnBrk="1" fontAlgn="base" hangingPunct="1">
        <a:lnSpc>
          <a:spcPct val="90000"/>
        </a:lnSpc>
        <a:spcBef>
          <a:spcPts val="595"/>
        </a:spcBef>
        <a:spcAft>
          <a:spcPct val="0"/>
        </a:spcAft>
        <a:buFont typeface="Arial" panose="020B0604020202020204" pitchFamily="34" charset="0"/>
        <a:buChar char="•"/>
        <a:defRPr sz="2900" kern="1200">
          <a:solidFill>
            <a:schemeClr val="tx1"/>
          </a:solidFill>
          <a:latin typeface="+mn-lt"/>
          <a:ea typeface="+mn-ea"/>
          <a:cs typeface="+mn-cs"/>
        </a:defRPr>
      </a:lvl2pPr>
      <a:lvl3pPr marL="1360627" indent="-272125" algn="l" rtl="0" eaLnBrk="1" fontAlgn="base" hangingPunct="1">
        <a:lnSpc>
          <a:spcPct val="90000"/>
        </a:lnSpc>
        <a:spcBef>
          <a:spcPts val="595"/>
        </a:spcBef>
        <a:spcAft>
          <a:spcPct val="0"/>
        </a:spcAft>
        <a:buFont typeface="Arial" panose="020B0604020202020204" pitchFamily="34" charset="0"/>
        <a:buChar char="•"/>
        <a:defRPr sz="2400" kern="1200">
          <a:solidFill>
            <a:schemeClr val="tx1"/>
          </a:solidFill>
          <a:latin typeface="+mn-lt"/>
          <a:ea typeface="+mn-ea"/>
          <a:cs typeface="+mn-cs"/>
        </a:defRPr>
      </a:lvl3pPr>
      <a:lvl4pPr marL="1904878" indent="-272125" algn="l" rtl="0" eaLnBrk="1" fontAlgn="base" hangingPunct="1">
        <a:lnSpc>
          <a:spcPct val="90000"/>
        </a:lnSpc>
        <a:spcBef>
          <a:spcPts val="595"/>
        </a:spcBef>
        <a:spcAft>
          <a:spcPct val="0"/>
        </a:spcAft>
        <a:buFont typeface="Arial" panose="020B0604020202020204" pitchFamily="34" charset="0"/>
        <a:buChar char="•"/>
        <a:defRPr kern="1200">
          <a:solidFill>
            <a:schemeClr val="tx1"/>
          </a:solidFill>
          <a:latin typeface="+mn-lt"/>
          <a:ea typeface="+mn-ea"/>
          <a:cs typeface="+mn-cs"/>
        </a:defRPr>
      </a:lvl4pPr>
      <a:lvl5pPr marL="2449129" indent="-272125" algn="l" rtl="0" eaLnBrk="1" fontAlgn="base" hangingPunct="1">
        <a:lnSpc>
          <a:spcPct val="90000"/>
        </a:lnSpc>
        <a:spcBef>
          <a:spcPts val="595"/>
        </a:spcBef>
        <a:spcAft>
          <a:spcPct val="0"/>
        </a:spcAft>
        <a:buFont typeface="Arial" panose="020B0604020202020204" pitchFamily="34" charset="0"/>
        <a:buChar char="•"/>
        <a:defRPr kern="1200">
          <a:solidFill>
            <a:schemeClr val="tx1"/>
          </a:solidFill>
          <a:latin typeface="+mn-lt"/>
          <a:ea typeface="+mn-ea"/>
          <a:cs typeface="+mn-cs"/>
        </a:defRPr>
      </a:lvl5pPr>
      <a:lvl6pPr marL="2993380" indent="-272125" algn="l" defTabSz="1088502" rtl="0" eaLnBrk="1" latinLnBrk="0" hangingPunct="1">
        <a:lnSpc>
          <a:spcPct val="90000"/>
        </a:lnSpc>
        <a:spcBef>
          <a:spcPts val="595"/>
        </a:spcBef>
        <a:buFont typeface="Arial" panose="020B0604020202020204" pitchFamily="34" charset="0"/>
        <a:buChar char="•"/>
        <a:defRPr sz="2100" kern="1200">
          <a:solidFill>
            <a:schemeClr val="tx1"/>
          </a:solidFill>
          <a:latin typeface="+mn-lt"/>
          <a:ea typeface="+mn-ea"/>
          <a:cs typeface="+mn-cs"/>
        </a:defRPr>
      </a:lvl6pPr>
      <a:lvl7pPr marL="3537631" indent="-272125" algn="l" defTabSz="1088502" rtl="0" eaLnBrk="1" latinLnBrk="0" hangingPunct="1">
        <a:lnSpc>
          <a:spcPct val="90000"/>
        </a:lnSpc>
        <a:spcBef>
          <a:spcPts val="595"/>
        </a:spcBef>
        <a:buFont typeface="Arial" panose="020B0604020202020204" pitchFamily="34" charset="0"/>
        <a:buChar char="•"/>
        <a:defRPr sz="2100" kern="1200">
          <a:solidFill>
            <a:schemeClr val="tx1"/>
          </a:solidFill>
          <a:latin typeface="+mn-lt"/>
          <a:ea typeface="+mn-ea"/>
          <a:cs typeface="+mn-cs"/>
        </a:defRPr>
      </a:lvl7pPr>
      <a:lvl8pPr marL="4081882" indent="-272125" algn="l" defTabSz="1088502" rtl="0" eaLnBrk="1" latinLnBrk="0" hangingPunct="1">
        <a:lnSpc>
          <a:spcPct val="90000"/>
        </a:lnSpc>
        <a:spcBef>
          <a:spcPts val="595"/>
        </a:spcBef>
        <a:buFont typeface="Arial" panose="020B0604020202020204" pitchFamily="34" charset="0"/>
        <a:buChar char="•"/>
        <a:defRPr sz="2100" kern="1200">
          <a:solidFill>
            <a:schemeClr val="tx1"/>
          </a:solidFill>
          <a:latin typeface="+mn-lt"/>
          <a:ea typeface="+mn-ea"/>
          <a:cs typeface="+mn-cs"/>
        </a:defRPr>
      </a:lvl8pPr>
      <a:lvl9pPr marL="4626132" indent="-272125" algn="l" defTabSz="1088502" rtl="0" eaLnBrk="1" latinLnBrk="0" hangingPunct="1">
        <a:lnSpc>
          <a:spcPct val="90000"/>
        </a:lnSpc>
        <a:spcBef>
          <a:spcPts val="595"/>
        </a:spcBef>
        <a:buFont typeface="Arial" panose="020B0604020202020204" pitchFamily="34" charset="0"/>
        <a:buChar char="•"/>
        <a:defRPr sz="2100" kern="1200">
          <a:solidFill>
            <a:schemeClr val="tx1"/>
          </a:solidFill>
          <a:latin typeface="+mn-lt"/>
          <a:ea typeface="+mn-ea"/>
          <a:cs typeface="+mn-cs"/>
        </a:defRPr>
      </a:lvl9pPr>
    </p:bodyStyle>
    <p:otherStyle>
      <a:defPPr>
        <a:defRPr lang="en-US"/>
      </a:defPPr>
      <a:lvl1pPr marL="0" algn="l" defTabSz="1088502" rtl="0" eaLnBrk="1" latinLnBrk="0" hangingPunct="1">
        <a:defRPr sz="2100" kern="1200">
          <a:solidFill>
            <a:schemeClr val="tx1"/>
          </a:solidFill>
          <a:latin typeface="+mn-lt"/>
          <a:ea typeface="+mn-ea"/>
          <a:cs typeface="+mn-cs"/>
        </a:defRPr>
      </a:lvl1pPr>
      <a:lvl2pPr marL="544251" algn="l" defTabSz="1088502" rtl="0" eaLnBrk="1" latinLnBrk="0" hangingPunct="1">
        <a:defRPr sz="2100" kern="1200">
          <a:solidFill>
            <a:schemeClr val="tx1"/>
          </a:solidFill>
          <a:latin typeface="+mn-lt"/>
          <a:ea typeface="+mn-ea"/>
          <a:cs typeface="+mn-cs"/>
        </a:defRPr>
      </a:lvl2pPr>
      <a:lvl3pPr marL="1088502" algn="l" defTabSz="1088502" rtl="0" eaLnBrk="1" latinLnBrk="0" hangingPunct="1">
        <a:defRPr sz="2100" kern="1200">
          <a:solidFill>
            <a:schemeClr val="tx1"/>
          </a:solidFill>
          <a:latin typeface="+mn-lt"/>
          <a:ea typeface="+mn-ea"/>
          <a:cs typeface="+mn-cs"/>
        </a:defRPr>
      </a:lvl3pPr>
      <a:lvl4pPr marL="1632753" algn="l" defTabSz="1088502" rtl="0" eaLnBrk="1" latinLnBrk="0" hangingPunct="1">
        <a:defRPr sz="2100" kern="1200">
          <a:solidFill>
            <a:schemeClr val="tx1"/>
          </a:solidFill>
          <a:latin typeface="+mn-lt"/>
          <a:ea typeface="+mn-ea"/>
          <a:cs typeface="+mn-cs"/>
        </a:defRPr>
      </a:lvl4pPr>
      <a:lvl5pPr marL="2177004" algn="l" defTabSz="1088502" rtl="0" eaLnBrk="1" latinLnBrk="0" hangingPunct="1">
        <a:defRPr sz="2100" kern="1200">
          <a:solidFill>
            <a:schemeClr val="tx1"/>
          </a:solidFill>
          <a:latin typeface="+mn-lt"/>
          <a:ea typeface="+mn-ea"/>
          <a:cs typeface="+mn-cs"/>
        </a:defRPr>
      </a:lvl5pPr>
      <a:lvl6pPr marL="2721254" algn="l" defTabSz="1088502" rtl="0" eaLnBrk="1" latinLnBrk="0" hangingPunct="1">
        <a:defRPr sz="2100" kern="1200">
          <a:solidFill>
            <a:schemeClr val="tx1"/>
          </a:solidFill>
          <a:latin typeface="+mn-lt"/>
          <a:ea typeface="+mn-ea"/>
          <a:cs typeface="+mn-cs"/>
        </a:defRPr>
      </a:lvl6pPr>
      <a:lvl7pPr marL="3265505" algn="l" defTabSz="1088502" rtl="0" eaLnBrk="1" latinLnBrk="0" hangingPunct="1">
        <a:defRPr sz="2100" kern="1200">
          <a:solidFill>
            <a:schemeClr val="tx1"/>
          </a:solidFill>
          <a:latin typeface="+mn-lt"/>
          <a:ea typeface="+mn-ea"/>
          <a:cs typeface="+mn-cs"/>
        </a:defRPr>
      </a:lvl7pPr>
      <a:lvl8pPr marL="3809756" algn="l" defTabSz="1088502" rtl="0" eaLnBrk="1" latinLnBrk="0" hangingPunct="1">
        <a:defRPr sz="2100" kern="1200">
          <a:solidFill>
            <a:schemeClr val="tx1"/>
          </a:solidFill>
          <a:latin typeface="+mn-lt"/>
          <a:ea typeface="+mn-ea"/>
          <a:cs typeface="+mn-cs"/>
        </a:defRPr>
      </a:lvl8pPr>
      <a:lvl9pPr marL="4354007" algn="l" defTabSz="1088502" rtl="0" eaLnBrk="1" latinLnBrk="0" hangingPunct="1">
        <a:defRPr sz="2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093" y="365129"/>
            <a:ext cx="10514231" cy="1325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08850" tIns="54425" rIns="108850" bIns="54425"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838093" y="1825625"/>
            <a:ext cx="10514231" cy="4351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108850" tIns="54425" rIns="108850" bIns="5442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838093" y="6356356"/>
            <a:ext cx="2742843" cy="365125"/>
          </a:xfrm>
          <a:prstGeom prst="rect">
            <a:avLst/>
          </a:prstGeom>
        </p:spPr>
        <p:txBody>
          <a:bodyPr vert="horz" lIns="108850" tIns="54425" rIns="108850" bIns="54425" rtlCol="0" anchor="ctr"/>
          <a:lstStyle>
            <a:lvl1pPr algn="l">
              <a:defRPr sz="1400" smtClean="0">
                <a:solidFill>
                  <a:schemeClr val="tx1">
                    <a:tint val="75000"/>
                  </a:schemeClr>
                </a:solidFill>
              </a:defRPr>
            </a:lvl1pPr>
          </a:lstStyle>
          <a:p>
            <a:fld id="{1D8BD707-D9CF-40AE-B4C6-C98DA3205C09}" type="datetimeFigureOut">
              <a:rPr lang="en-US" smtClean="0"/>
              <a:pPr/>
              <a:t>2/2/2026</a:t>
            </a:fld>
            <a:endParaRPr lang="en-US" dirty="0"/>
          </a:p>
        </p:txBody>
      </p:sp>
      <p:sp>
        <p:nvSpPr>
          <p:cNvPr id="5" name="Footer Placeholder 4"/>
          <p:cNvSpPr>
            <a:spLocks noGrp="1"/>
          </p:cNvSpPr>
          <p:nvPr>
            <p:ph type="ftr" sz="quarter" idx="3"/>
          </p:nvPr>
        </p:nvSpPr>
        <p:spPr>
          <a:xfrm>
            <a:off x="4038075" y="6356356"/>
            <a:ext cx="4114264" cy="365125"/>
          </a:xfrm>
          <a:prstGeom prst="rect">
            <a:avLst/>
          </a:prstGeom>
        </p:spPr>
        <p:txBody>
          <a:bodyPr vert="horz" lIns="108850" tIns="54425" rIns="108850" bIns="54425" rtlCol="0" anchor="ctr"/>
          <a:lstStyle>
            <a:lvl1pPr marL="15118" algn="ctr">
              <a:lnSpc>
                <a:spcPct val="100000"/>
              </a:lnSpc>
              <a:spcBef>
                <a:spcPts val="131"/>
              </a:spcBef>
              <a:defRPr sz="1400">
                <a:solidFill>
                  <a:schemeClr val="tx1">
                    <a:tint val="75000"/>
                  </a:schemeClr>
                </a:solidFill>
              </a:defRPr>
            </a:lvl1pPr>
          </a:lstStyle>
          <a:p>
            <a:pPr marL="53975">
              <a:lnSpc>
                <a:spcPts val="955"/>
              </a:lnSpc>
            </a:pPr>
            <a:r>
              <a:rPr lang="en-US" spc="-20" dirty="0" smtClean="0"/>
              <a:t>©3G4G</a:t>
            </a:r>
            <a:endParaRPr lang="en-US" spc="-20" dirty="0"/>
          </a:p>
        </p:txBody>
      </p:sp>
      <p:sp>
        <p:nvSpPr>
          <p:cNvPr id="6" name="Slide Number Placeholder 5"/>
          <p:cNvSpPr>
            <a:spLocks noGrp="1"/>
          </p:cNvSpPr>
          <p:nvPr>
            <p:ph type="sldNum" sz="quarter" idx="4"/>
          </p:nvPr>
        </p:nvSpPr>
        <p:spPr>
          <a:xfrm>
            <a:off x="8609479" y="6356356"/>
            <a:ext cx="2742843" cy="365125"/>
          </a:xfrm>
          <a:prstGeom prst="rect">
            <a:avLst/>
          </a:prstGeom>
        </p:spPr>
        <p:txBody>
          <a:bodyPr vert="horz" lIns="108850" tIns="54425" rIns="108850" bIns="54425" rtlCol="0" anchor="ctr"/>
          <a:lstStyle>
            <a:lvl1pPr marL="15118" algn="r">
              <a:lnSpc>
                <a:spcPct val="100000"/>
              </a:lnSpc>
              <a:spcBef>
                <a:spcPts val="131"/>
              </a:spcBef>
              <a:defRPr sz="1400" smtClean="0">
                <a:solidFill>
                  <a:schemeClr val="tx1">
                    <a:tint val="75000"/>
                  </a:schemeClr>
                </a:solidFill>
              </a:defRPr>
            </a:lvl1pPr>
          </a:lstStyle>
          <a:p>
            <a:fld id="{B6F15528-21DE-4FAA-801E-634DDDAF4B2B}" type="slidenum">
              <a:rPr lang="en-US" smtClean="0"/>
              <a:pPr/>
              <a:t>‹#›</a:t>
            </a:fld>
            <a:endParaRPr lang="en-US" dirty="0"/>
          </a:p>
        </p:txBody>
      </p:sp>
      <p:pic>
        <p:nvPicPr>
          <p:cNvPr id="1031" name="Picture 7"/>
          <p:cNvPicPr>
            <a:picLocks noChangeAspect="1"/>
          </p:cNvPicPr>
          <p:nvPr/>
        </p:nvPicPr>
        <p:blipFill>
          <a:blip r:embed="rId13">
            <a:extLst>
              <a:ext uri="{28A0092B-C50C-407E-A947-70E740481C1C}">
                <a14:useLocalDpi xmlns:a14="http://schemas.microsoft.com/office/drawing/2010/main" xmlns="" val="0"/>
              </a:ext>
            </a:extLst>
          </a:blip>
          <a:srcRect/>
          <a:stretch>
            <a:fillRect/>
          </a:stretch>
        </p:blipFill>
        <p:spPr bwMode="auto">
          <a:xfrm>
            <a:off x="2" y="5153032"/>
            <a:ext cx="12190413" cy="1704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rtl="0" eaLnBrk="1" fontAlgn="base" hangingPunct="1">
        <a:lnSpc>
          <a:spcPct val="90000"/>
        </a:lnSpc>
        <a:spcBef>
          <a:spcPct val="0"/>
        </a:spcBef>
        <a:spcAft>
          <a:spcPct val="0"/>
        </a:spcAft>
        <a:defRPr sz="5200" kern="1200">
          <a:solidFill>
            <a:schemeClr val="tx1"/>
          </a:solidFill>
          <a:latin typeface="+mj-lt"/>
          <a:ea typeface="+mj-ea"/>
          <a:cs typeface="+mj-cs"/>
        </a:defRPr>
      </a:lvl1pPr>
      <a:lvl2pPr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2pPr>
      <a:lvl3pPr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3pPr>
      <a:lvl4pPr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4pPr>
      <a:lvl5pPr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5pPr>
      <a:lvl6pPr marL="544251"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6pPr>
      <a:lvl7pPr marL="1088502"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7pPr>
      <a:lvl8pPr marL="1632753"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8pPr>
      <a:lvl9pPr marL="2177004" algn="l" rtl="0" eaLnBrk="1" fontAlgn="base" hangingPunct="1">
        <a:lnSpc>
          <a:spcPct val="90000"/>
        </a:lnSpc>
        <a:spcBef>
          <a:spcPct val="0"/>
        </a:spcBef>
        <a:spcAft>
          <a:spcPct val="0"/>
        </a:spcAft>
        <a:defRPr sz="5200">
          <a:solidFill>
            <a:schemeClr val="tx1"/>
          </a:solidFill>
          <a:latin typeface="Calibri Light" panose="020F0302020204030204" pitchFamily="34" charset="0"/>
        </a:defRPr>
      </a:lvl9pPr>
    </p:titleStyle>
    <p:bodyStyle>
      <a:lvl1pPr marL="272125" indent="-272125" algn="l" rtl="0" eaLnBrk="1" fontAlgn="base" hangingPunct="1">
        <a:lnSpc>
          <a:spcPct val="90000"/>
        </a:lnSpc>
        <a:spcBef>
          <a:spcPts val="1190"/>
        </a:spcBef>
        <a:spcAft>
          <a:spcPct val="0"/>
        </a:spcAft>
        <a:buFont typeface="Arial" panose="020B0604020202020204" pitchFamily="34" charset="0"/>
        <a:buChar char="•"/>
        <a:defRPr sz="3300" kern="1200">
          <a:solidFill>
            <a:schemeClr val="tx1"/>
          </a:solidFill>
          <a:latin typeface="+mn-lt"/>
          <a:ea typeface="+mn-ea"/>
          <a:cs typeface="+mn-cs"/>
        </a:defRPr>
      </a:lvl1pPr>
      <a:lvl2pPr marL="816376" indent="-272125" algn="l" rtl="0" eaLnBrk="1" fontAlgn="base" hangingPunct="1">
        <a:lnSpc>
          <a:spcPct val="90000"/>
        </a:lnSpc>
        <a:spcBef>
          <a:spcPts val="595"/>
        </a:spcBef>
        <a:spcAft>
          <a:spcPct val="0"/>
        </a:spcAft>
        <a:buFont typeface="Arial" panose="020B0604020202020204" pitchFamily="34" charset="0"/>
        <a:buChar char="•"/>
        <a:defRPr sz="2900" kern="1200">
          <a:solidFill>
            <a:schemeClr val="tx1"/>
          </a:solidFill>
          <a:latin typeface="+mn-lt"/>
          <a:ea typeface="+mn-ea"/>
          <a:cs typeface="+mn-cs"/>
        </a:defRPr>
      </a:lvl2pPr>
      <a:lvl3pPr marL="1360627" indent="-272125" algn="l" rtl="0" eaLnBrk="1" fontAlgn="base" hangingPunct="1">
        <a:lnSpc>
          <a:spcPct val="90000"/>
        </a:lnSpc>
        <a:spcBef>
          <a:spcPts val="595"/>
        </a:spcBef>
        <a:spcAft>
          <a:spcPct val="0"/>
        </a:spcAft>
        <a:buFont typeface="Arial" panose="020B0604020202020204" pitchFamily="34" charset="0"/>
        <a:buChar char="•"/>
        <a:defRPr sz="2400" kern="1200">
          <a:solidFill>
            <a:schemeClr val="tx1"/>
          </a:solidFill>
          <a:latin typeface="+mn-lt"/>
          <a:ea typeface="+mn-ea"/>
          <a:cs typeface="+mn-cs"/>
        </a:defRPr>
      </a:lvl3pPr>
      <a:lvl4pPr marL="1904878" indent="-272125" algn="l" rtl="0" eaLnBrk="1" fontAlgn="base" hangingPunct="1">
        <a:lnSpc>
          <a:spcPct val="90000"/>
        </a:lnSpc>
        <a:spcBef>
          <a:spcPts val="595"/>
        </a:spcBef>
        <a:spcAft>
          <a:spcPct val="0"/>
        </a:spcAft>
        <a:buFont typeface="Arial" panose="020B0604020202020204" pitchFamily="34" charset="0"/>
        <a:buChar char="•"/>
        <a:defRPr kern="1200">
          <a:solidFill>
            <a:schemeClr val="tx1"/>
          </a:solidFill>
          <a:latin typeface="+mn-lt"/>
          <a:ea typeface="+mn-ea"/>
          <a:cs typeface="+mn-cs"/>
        </a:defRPr>
      </a:lvl4pPr>
      <a:lvl5pPr marL="2449129" indent="-272125" algn="l" rtl="0" eaLnBrk="1" fontAlgn="base" hangingPunct="1">
        <a:lnSpc>
          <a:spcPct val="90000"/>
        </a:lnSpc>
        <a:spcBef>
          <a:spcPts val="595"/>
        </a:spcBef>
        <a:spcAft>
          <a:spcPct val="0"/>
        </a:spcAft>
        <a:buFont typeface="Arial" panose="020B0604020202020204" pitchFamily="34" charset="0"/>
        <a:buChar char="•"/>
        <a:defRPr kern="1200">
          <a:solidFill>
            <a:schemeClr val="tx1"/>
          </a:solidFill>
          <a:latin typeface="+mn-lt"/>
          <a:ea typeface="+mn-ea"/>
          <a:cs typeface="+mn-cs"/>
        </a:defRPr>
      </a:lvl5pPr>
      <a:lvl6pPr marL="2993380" indent="-272125" algn="l" defTabSz="1088502" rtl="0" eaLnBrk="1" latinLnBrk="0" hangingPunct="1">
        <a:lnSpc>
          <a:spcPct val="90000"/>
        </a:lnSpc>
        <a:spcBef>
          <a:spcPts val="595"/>
        </a:spcBef>
        <a:buFont typeface="Arial" panose="020B0604020202020204" pitchFamily="34" charset="0"/>
        <a:buChar char="•"/>
        <a:defRPr sz="2100" kern="1200">
          <a:solidFill>
            <a:schemeClr val="tx1"/>
          </a:solidFill>
          <a:latin typeface="+mn-lt"/>
          <a:ea typeface="+mn-ea"/>
          <a:cs typeface="+mn-cs"/>
        </a:defRPr>
      </a:lvl6pPr>
      <a:lvl7pPr marL="3537631" indent="-272125" algn="l" defTabSz="1088502" rtl="0" eaLnBrk="1" latinLnBrk="0" hangingPunct="1">
        <a:lnSpc>
          <a:spcPct val="90000"/>
        </a:lnSpc>
        <a:spcBef>
          <a:spcPts val="595"/>
        </a:spcBef>
        <a:buFont typeface="Arial" panose="020B0604020202020204" pitchFamily="34" charset="0"/>
        <a:buChar char="•"/>
        <a:defRPr sz="2100" kern="1200">
          <a:solidFill>
            <a:schemeClr val="tx1"/>
          </a:solidFill>
          <a:latin typeface="+mn-lt"/>
          <a:ea typeface="+mn-ea"/>
          <a:cs typeface="+mn-cs"/>
        </a:defRPr>
      </a:lvl7pPr>
      <a:lvl8pPr marL="4081882" indent="-272125" algn="l" defTabSz="1088502" rtl="0" eaLnBrk="1" latinLnBrk="0" hangingPunct="1">
        <a:lnSpc>
          <a:spcPct val="90000"/>
        </a:lnSpc>
        <a:spcBef>
          <a:spcPts val="595"/>
        </a:spcBef>
        <a:buFont typeface="Arial" panose="020B0604020202020204" pitchFamily="34" charset="0"/>
        <a:buChar char="•"/>
        <a:defRPr sz="2100" kern="1200">
          <a:solidFill>
            <a:schemeClr val="tx1"/>
          </a:solidFill>
          <a:latin typeface="+mn-lt"/>
          <a:ea typeface="+mn-ea"/>
          <a:cs typeface="+mn-cs"/>
        </a:defRPr>
      </a:lvl8pPr>
      <a:lvl9pPr marL="4626132" indent="-272125" algn="l" defTabSz="1088502" rtl="0" eaLnBrk="1" latinLnBrk="0" hangingPunct="1">
        <a:lnSpc>
          <a:spcPct val="90000"/>
        </a:lnSpc>
        <a:spcBef>
          <a:spcPts val="595"/>
        </a:spcBef>
        <a:buFont typeface="Arial" panose="020B0604020202020204" pitchFamily="34" charset="0"/>
        <a:buChar char="•"/>
        <a:defRPr sz="2100" kern="1200">
          <a:solidFill>
            <a:schemeClr val="tx1"/>
          </a:solidFill>
          <a:latin typeface="+mn-lt"/>
          <a:ea typeface="+mn-ea"/>
          <a:cs typeface="+mn-cs"/>
        </a:defRPr>
      </a:lvl9pPr>
    </p:bodyStyle>
    <p:otherStyle>
      <a:defPPr>
        <a:defRPr lang="en-US"/>
      </a:defPPr>
      <a:lvl1pPr marL="0" algn="l" defTabSz="1088502" rtl="0" eaLnBrk="1" latinLnBrk="0" hangingPunct="1">
        <a:defRPr sz="2100" kern="1200">
          <a:solidFill>
            <a:schemeClr val="tx1"/>
          </a:solidFill>
          <a:latin typeface="+mn-lt"/>
          <a:ea typeface="+mn-ea"/>
          <a:cs typeface="+mn-cs"/>
        </a:defRPr>
      </a:lvl1pPr>
      <a:lvl2pPr marL="544251" algn="l" defTabSz="1088502" rtl="0" eaLnBrk="1" latinLnBrk="0" hangingPunct="1">
        <a:defRPr sz="2100" kern="1200">
          <a:solidFill>
            <a:schemeClr val="tx1"/>
          </a:solidFill>
          <a:latin typeface="+mn-lt"/>
          <a:ea typeface="+mn-ea"/>
          <a:cs typeface="+mn-cs"/>
        </a:defRPr>
      </a:lvl2pPr>
      <a:lvl3pPr marL="1088502" algn="l" defTabSz="1088502" rtl="0" eaLnBrk="1" latinLnBrk="0" hangingPunct="1">
        <a:defRPr sz="2100" kern="1200">
          <a:solidFill>
            <a:schemeClr val="tx1"/>
          </a:solidFill>
          <a:latin typeface="+mn-lt"/>
          <a:ea typeface="+mn-ea"/>
          <a:cs typeface="+mn-cs"/>
        </a:defRPr>
      </a:lvl3pPr>
      <a:lvl4pPr marL="1632753" algn="l" defTabSz="1088502" rtl="0" eaLnBrk="1" latinLnBrk="0" hangingPunct="1">
        <a:defRPr sz="2100" kern="1200">
          <a:solidFill>
            <a:schemeClr val="tx1"/>
          </a:solidFill>
          <a:latin typeface="+mn-lt"/>
          <a:ea typeface="+mn-ea"/>
          <a:cs typeface="+mn-cs"/>
        </a:defRPr>
      </a:lvl4pPr>
      <a:lvl5pPr marL="2177004" algn="l" defTabSz="1088502" rtl="0" eaLnBrk="1" latinLnBrk="0" hangingPunct="1">
        <a:defRPr sz="2100" kern="1200">
          <a:solidFill>
            <a:schemeClr val="tx1"/>
          </a:solidFill>
          <a:latin typeface="+mn-lt"/>
          <a:ea typeface="+mn-ea"/>
          <a:cs typeface="+mn-cs"/>
        </a:defRPr>
      </a:lvl5pPr>
      <a:lvl6pPr marL="2721254" algn="l" defTabSz="1088502" rtl="0" eaLnBrk="1" latinLnBrk="0" hangingPunct="1">
        <a:defRPr sz="2100" kern="1200">
          <a:solidFill>
            <a:schemeClr val="tx1"/>
          </a:solidFill>
          <a:latin typeface="+mn-lt"/>
          <a:ea typeface="+mn-ea"/>
          <a:cs typeface="+mn-cs"/>
        </a:defRPr>
      </a:lvl6pPr>
      <a:lvl7pPr marL="3265505" algn="l" defTabSz="1088502" rtl="0" eaLnBrk="1" latinLnBrk="0" hangingPunct="1">
        <a:defRPr sz="2100" kern="1200">
          <a:solidFill>
            <a:schemeClr val="tx1"/>
          </a:solidFill>
          <a:latin typeface="+mn-lt"/>
          <a:ea typeface="+mn-ea"/>
          <a:cs typeface="+mn-cs"/>
        </a:defRPr>
      </a:lvl7pPr>
      <a:lvl8pPr marL="3809756" algn="l" defTabSz="1088502" rtl="0" eaLnBrk="1" latinLnBrk="0" hangingPunct="1">
        <a:defRPr sz="2100" kern="1200">
          <a:solidFill>
            <a:schemeClr val="tx1"/>
          </a:solidFill>
          <a:latin typeface="+mn-lt"/>
          <a:ea typeface="+mn-ea"/>
          <a:cs typeface="+mn-cs"/>
        </a:defRPr>
      </a:lvl8pPr>
      <a:lvl9pPr marL="4354007" algn="l" defTabSz="1088502"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F98DF5DB-97A1-DF2A-4CFC-E8E97C080602}"/>
              </a:ext>
            </a:extLst>
          </p:cNvPr>
          <p:cNvSpPr>
            <a:spLocks noGrp="1"/>
          </p:cNvSpPr>
          <p:nvPr>
            <p:ph type="title" idx="4294967295"/>
          </p:nvPr>
        </p:nvSpPr>
        <p:spPr>
          <a:xfrm>
            <a:off x="1666054" y="1571612"/>
            <a:ext cx="9041222" cy="1477328"/>
          </a:xfrm>
          <a:ln>
            <a:solidFill>
              <a:schemeClr val="accent1"/>
            </a:solidFill>
          </a:ln>
        </p:spPr>
        <p:txBody>
          <a:bodyPr/>
          <a:lstStyle/>
          <a:p>
            <a:pPr algn="ctr"/>
            <a:r>
              <a:rPr lang="en-US" sz="4800" b="1" dirty="0"/>
              <a:t>CSE2269 </a:t>
            </a:r>
            <a:br>
              <a:rPr lang="en-US" sz="4800" b="1" dirty="0"/>
            </a:br>
            <a:r>
              <a:rPr lang="en-US" sz="4800" b="1" dirty="0">
                <a:solidFill>
                  <a:srgbClr val="FF0000"/>
                </a:solidFill>
              </a:rPr>
              <a:t>Operating Systems</a:t>
            </a:r>
            <a:endParaRPr lang="en-US" sz="4800" dirty="0">
              <a:solidFill>
                <a:srgbClr val="FF0000"/>
              </a:solidFill>
            </a:endParaRPr>
          </a:p>
        </p:txBody>
      </p:sp>
    </p:spTree>
    <p:extLst>
      <p:ext uri="{BB962C8B-B14F-4D97-AF65-F5344CB8AC3E}">
        <p14:creationId xmlns="" xmlns:p14="http://schemas.microsoft.com/office/powerpoint/2010/main" val="153570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012" y="76986"/>
            <a:ext cx="10514231" cy="430887"/>
          </a:xfrm>
        </p:spPr>
        <p:txBody>
          <a:bodyPr/>
          <a:lstStyle/>
          <a:p>
            <a:r>
              <a:rPr lang="en-US" dirty="0" smtClean="0"/>
              <a:t>General Instructions</a:t>
            </a:r>
            <a:endParaRPr lang="en-US" dirty="0"/>
          </a:p>
        </p:txBody>
      </p:sp>
      <p:sp>
        <p:nvSpPr>
          <p:cNvPr id="3" name="Content Placeholder 2"/>
          <p:cNvSpPr>
            <a:spLocks noGrp="1"/>
          </p:cNvSpPr>
          <p:nvPr>
            <p:ph idx="1"/>
          </p:nvPr>
        </p:nvSpPr>
        <p:spPr>
          <a:xfrm>
            <a:off x="380206" y="762618"/>
            <a:ext cx="11582400" cy="4190382"/>
          </a:xfrm>
          <a:ln>
            <a:solidFill>
              <a:schemeClr val="accent1"/>
            </a:solidFill>
          </a:ln>
        </p:spPr>
        <p:txBody>
          <a:bodyPr/>
          <a:lstStyle/>
          <a:p>
            <a:r>
              <a:rPr lang="en-US" sz="2200" dirty="0" smtClean="0"/>
              <a:t>Follow the below mentioned instructions throughout the semester: </a:t>
            </a:r>
          </a:p>
          <a:p>
            <a:pPr marL="457200" indent="-457200" algn="just">
              <a:buAutoNum type="arabicParenR"/>
            </a:pPr>
            <a:r>
              <a:rPr lang="en-US" sz="2200" dirty="0" smtClean="0"/>
              <a:t>Maintain complete discipline in the class room &amp; Be on time to every class. </a:t>
            </a:r>
          </a:p>
          <a:p>
            <a:pPr marL="457200" indent="-457200" algn="just">
              <a:buAutoNum type="arabicParenR"/>
            </a:pPr>
            <a:r>
              <a:rPr lang="en-US" sz="2200" dirty="0" smtClean="0"/>
              <a:t>No student will be allowed if they are late (after the scheduled time). So, be in the class before faculty arrives.</a:t>
            </a:r>
          </a:p>
          <a:p>
            <a:pPr marL="457200" indent="-457200" algn="just">
              <a:buAutoNum type="arabicParenR"/>
            </a:pPr>
            <a:r>
              <a:rPr lang="en-US" sz="2200" b="1" dirty="0" smtClean="0">
                <a:solidFill>
                  <a:srgbClr val="FF0000"/>
                </a:solidFill>
              </a:rPr>
              <a:t>Students should start filling the seats from the front rows. There should not be any row left empty in between and there should not be scattered seating of the students in the classroom.</a:t>
            </a:r>
          </a:p>
          <a:p>
            <a:pPr marL="457200" indent="-457200" algn="just">
              <a:buAutoNum type="arabicParenR"/>
            </a:pPr>
            <a:r>
              <a:rPr lang="en-US" sz="2200" b="1" dirty="0" smtClean="0">
                <a:solidFill>
                  <a:srgbClr val="0070C0"/>
                </a:solidFill>
              </a:rPr>
              <a:t>Boys and girls should sit separately, Girls on the right side and boys on the left side as per the faculty view from the dais.</a:t>
            </a:r>
          </a:p>
          <a:p>
            <a:pPr marL="457200" indent="-457200" algn="just">
              <a:buAutoNum type="arabicParenR"/>
            </a:pPr>
            <a:r>
              <a:rPr lang="en-US" sz="2200" dirty="0" smtClean="0"/>
              <a:t>Students should keep their bags beside their chairs, not on the desks or not on their laps.</a:t>
            </a:r>
          </a:p>
          <a:p>
            <a:pPr marL="457200" indent="-457200" algn="just">
              <a:buAutoNum type="arabicParenR"/>
            </a:pPr>
            <a:r>
              <a:rPr lang="en-US" sz="2200" b="1" dirty="0" smtClean="0">
                <a:solidFill>
                  <a:srgbClr val="FF0000"/>
                </a:solidFill>
              </a:rPr>
              <a:t>Students should strictly switch off their Mobile phones and keep it in their bags </a:t>
            </a:r>
            <a:r>
              <a:rPr lang="en-US" sz="2200" b="1" dirty="0" smtClean="0">
                <a:solidFill>
                  <a:srgbClr val="0070C0"/>
                </a:solidFill>
              </a:rPr>
              <a:t>(not even in their pockets too)</a:t>
            </a:r>
            <a:endParaRPr lang="en-US" sz="2200" b="1" dirty="0">
              <a:solidFill>
                <a:srgbClr val="0070C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380950" y="228611"/>
            <a:ext cx="11123752" cy="2163763"/>
          </a:xfrm>
          <a:solidFill>
            <a:schemeClr val="accent4">
              <a:lumMod val="20000"/>
              <a:lumOff val="80000"/>
            </a:schemeClr>
          </a:solidFill>
          <a:ln w="57150">
            <a:solidFill>
              <a:schemeClr val="accent5">
                <a:lumMod val="75000"/>
              </a:schemeClr>
            </a:solidFill>
          </a:ln>
        </p:spPr>
        <p:txBody>
          <a:bodyPr/>
          <a:lstStyle/>
          <a:p>
            <a:pPr algn="ctr"/>
            <a:r>
              <a:rPr lang="en-US" b="1" dirty="0" smtClean="0">
                <a:solidFill>
                  <a:srgbClr val="0066FF"/>
                </a:solidFill>
                <a:latin typeface="Cambria" pitchFamily="18" charset="0"/>
                <a:ea typeface="Cambria" pitchFamily="18" charset="0"/>
              </a:rPr>
              <a:t>Module 1</a:t>
            </a:r>
            <a:br>
              <a:rPr lang="en-US" b="1" dirty="0" smtClean="0">
                <a:solidFill>
                  <a:srgbClr val="0066FF"/>
                </a:solidFill>
                <a:latin typeface="Cambria" pitchFamily="18" charset="0"/>
                <a:ea typeface="Cambria" pitchFamily="18" charset="0"/>
              </a:rPr>
            </a:br>
            <a:r>
              <a:rPr lang="en-US" b="1" dirty="0" smtClean="0">
                <a:solidFill>
                  <a:srgbClr val="FF0000"/>
                </a:solidFill>
                <a:latin typeface="Cambria" pitchFamily="18" charset="0"/>
                <a:ea typeface="Cambria" pitchFamily="18" charset="0"/>
              </a:rPr>
              <a:t>Introduction to  Operating Systems</a:t>
            </a:r>
            <a:endParaRPr lang="en-US" dirty="0">
              <a:solidFill>
                <a:srgbClr val="FF0000"/>
              </a:solidFill>
              <a:latin typeface="Cambria" pitchFamily="18" charset="0"/>
              <a:ea typeface="Cambria" pitchFamily="18" charset="0"/>
            </a:endParaRPr>
          </a:p>
        </p:txBody>
      </p:sp>
      <p:sp>
        <p:nvSpPr>
          <p:cNvPr id="3" name="Rectangle 2"/>
          <p:cNvSpPr/>
          <p:nvPr/>
        </p:nvSpPr>
        <p:spPr>
          <a:xfrm>
            <a:off x="380950" y="2590800"/>
            <a:ext cx="11123752" cy="1446550"/>
          </a:xfrm>
          <a:prstGeom prst="rect">
            <a:avLst/>
          </a:prstGeom>
          <a:solidFill>
            <a:schemeClr val="accent6">
              <a:lumMod val="20000"/>
              <a:lumOff val="80000"/>
            </a:schemeClr>
          </a:solidFill>
          <a:ln w="19050">
            <a:solidFill>
              <a:schemeClr val="accent5">
                <a:lumMod val="75000"/>
              </a:schemeClr>
            </a:solidFill>
          </a:ln>
        </p:spPr>
        <p:txBody>
          <a:bodyPr wrap="square">
            <a:spAutoFit/>
          </a:bodyPr>
          <a:lstStyle/>
          <a:p>
            <a:pPr algn="just"/>
            <a:r>
              <a:rPr lang="en-US" sz="2200" b="1" dirty="0" smtClean="0">
                <a:solidFill>
                  <a:srgbClr val="0066FF"/>
                </a:solidFill>
                <a:latin typeface="Cambria" pitchFamily="18" charset="0"/>
                <a:ea typeface="Cambria" pitchFamily="18" charset="0"/>
              </a:rPr>
              <a:t>Introduction to OS , Operating-System Operations, Operating System Services, , System Calls and its types, Operating System Structure, System Program and its types, Linkers and Loaders, Overview of OS design and implementation, Open-source operating system.</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304761" y="141858"/>
            <a:ext cx="11327092" cy="627095"/>
          </a:xfrm>
          <a:prstGeom prst="rect">
            <a:avLst/>
          </a:prstGeom>
        </p:spPr>
        <p:txBody>
          <a:bodyPr vert="horz" wrap="square" lIns="0" tIns="11430" rIns="0" bIns="0" rtlCol="0">
            <a:spAutoFit/>
          </a:bodyPr>
          <a:lstStyle/>
          <a:p>
            <a:pPr marL="73025">
              <a:lnSpc>
                <a:spcPct val="100000"/>
              </a:lnSpc>
              <a:spcBef>
                <a:spcPts val="90"/>
              </a:spcBef>
            </a:pPr>
            <a:r>
              <a:rPr sz="4000" spc="-15" dirty="0">
                <a:latin typeface="Caladea"/>
                <a:cs typeface="Caladea"/>
              </a:rPr>
              <a:t>Contents</a:t>
            </a:r>
            <a:endParaRPr sz="4000" dirty="0">
              <a:latin typeface="Caladea"/>
              <a:cs typeface="Caladea"/>
            </a:endParaRPr>
          </a:p>
        </p:txBody>
      </p:sp>
      <p:sp>
        <p:nvSpPr>
          <p:cNvPr id="3" name="object 3"/>
          <p:cNvSpPr txBox="1"/>
          <p:nvPr/>
        </p:nvSpPr>
        <p:spPr>
          <a:xfrm>
            <a:off x="585987" y="914411"/>
            <a:ext cx="11073293" cy="4038285"/>
          </a:xfrm>
          <a:prstGeom prst="rect">
            <a:avLst/>
          </a:prstGeom>
          <a:ln>
            <a:solidFill>
              <a:schemeClr val="accent1"/>
            </a:solidFill>
          </a:ln>
        </p:spPr>
        <p:txBody>
          <a:bodyPr vert="horz" wrap="square" lIns="0" tIns="62230" rIns="0" bIns="0" rtlCol="0">
            <a:spAutoFit/>
          </a:bodyPr>
          <a:lstStyle/>
          <a:p>
            <a:pPr marL="355600" marR="5080" indent="-342900">
              <a:lnSpc>
                <a:spcPts val="3020"/>
              </a:lnSpc>
              <a:spcBef>
                <a:spcPts val="490"/>
              </a:spcBef>
              <a:buFont typeface="Wingdings" panose="05000000000000000000" pitchFamily="2" charset="2"/>
              <a:buChar char="Ø"/>
            </a:pPr>
            <a:r>
              <a:rPr lang="en-US" sz="2400" b="1" spc="-10" dirty="0">
                <a:latin typeface="Cambria" pitchFamily="18" charset="0"/>
                <a:ea typeface="Cambria" pitchFamily="18" charset="0"/>
                <a:cs typeface="Carlito"/>
              </a:rPr>
              <a:t>Introduction to OS </a:t>
            </a:r>
          </a:p>
          <a:p>
            <a:pPr marL="355600" marR="5080" indent="-342900">
              <a:lnSpc>
                <a:spcPts val="3020"/>
              </a:lnSpc>
              <a:spcBef>
                <a:spcPts val="490"/>
              </a:spcBef>
              <a:buFont typeface="Wingdings" panose="05000000000000000000" pitchFamily="2" charset="2"/>
              <a:buChar char="Ø"/>
            </a:pPr>
            <a:r>
              <a:rPr lang="en-US" sz="2400" b="1" spc="-10" dirty="0">
                <a:latin typeface="Cambria" pitchFamily="18" charset="0"/>
                <a:ea typeface="Cambria" pitchFamily="18" charset="0"/>
                <a:cs typeface="Carlito"/>
              </a:rPr>
              <a:t>Operating System Operations</a:t>
            </a:r>
          </a:p>
          <a:p>
            <a:pPr marL="355600" marR="5080" indent="-342900">
              <a:lnSpc>
                <a:spcPts val="3020"/>
              </a:lnSpc>
              <a:spcBef>
                <a:spcPts val="490"/>
              </a:spcBef>
              <a:buFont typeface="Wingdings" panose="05000000000000000000" pitchFamily="2" charset="2"/>
              <a:buChar char="Ø"/>
            </a:pPr>
            <a:r>
              <a:rPr lang="en-US" sz="2400" b="1" spc="-10" dirty="0">
                <a:latin typeface="Cambria" pitchFamily="18" charset="0"/>
                <a:ea typeface="Cambria" pitchFamily="18" charset="0"/>
                <a:cs typeface="Carlito"/>
              </a:rPr>
              <a:t>Operating System Services, </a:t>
            </a:r>
          </a:p>
          <a:p>
            <a:pPr marL="355600" marR="5080" indent="-342900">
              <a:lnSpc>
                <a:spcPts val="3020"/>
              </a:lnSpc>
              <a:spcBef>
                <a:spcPts val="490"/>
              </a:spcBef>
              <a:buFont typeface="Wingdings" panose="05000000000000000000" pitchFamily="2" charset="2"/>
              <a:buChar char="Ø"/>
            </a:pPr>
            <a:r>
              <a:rPr lang="en-US" sz="2400" b="1" spc="-10" dirty="0">
                <a:latin typeface="Cambria" pitchFamily="18" charset="0"/>
                <a:ea typeface="Cambria" pitchFamily="18" charset="0"/>
                <a:cs typeface="Carlito"/>
              </a:rPr>
              <a:t>User and OS interface, </a:t>
            </a:r>
          </a:p>
          <a:p>
            <a:pPr marL="355600" marR="5080" indent="-342900">
              <a:lnSpc>
                <a:spcPts val="3020"/>
              </a:lnSpc>
              <a:spcBef>
                <a:spcPts val="490"/>
              </a:spcBef>
              <a:buFont typeface="Wingdings" panose="05000000000000000000" pitchFamily="2" charset="2"/>
              <a:buChar char="Ø"/>
            </a:pPr>
            <a:r>
              <a:rPr lang="en-US" sz="2400" b="1" spc="-10" dirty="0">
                <a:latin typeface="Cambria" pitchFamily="18" charset="0"/>
                <a:ea typeface="Cambria" pitchFamily="18" charset="0"/>
                <a:cs typeface="Carlito"/>
              </a:rPr>
              <a:t>System Calls and its types, </a:t>
            </a:r>
          </a:p>
          <a:p>
            <a:pPr marL="355600" marR="5080" indent="-342900">
              <a:lnSpc>
                <a:spcPts val="3020"/>
              </a:lnSpc>
              <a:spcBef>
                <a:spcPts val="490"/>
              </a:spcBef>
              <a:buFont typeface="Wingdings" panose="05000000000000000000" pitchFamily="2" charset="2"/>
              <a:buChar char="Ø"/>
            </a:pPr>
            <a:r>
              <a:rPr lang="en-US" sz="2400" b="1" dirty="0">
                <a:effectLst/>
                <a:latin typeface="Cambria" pitchFamily="18" charset="0"/>
                <a:ea typeface="Cambria" pitchFamily="18" charset="0"/>
                <a:cs typeface="Carlito"/>
              </a:rPr>
              <a:t>System Programs </a:t>
            </a:r>
            <a:r>
              <a:rPr lang="en-US" sz="2400" b="1" spc="-10" dirty="0">
                <a:latin typeface="Cambria" pitchFamily="18" charset="0"/>
                <a:ea typeface="Cambria" pitchFamily="18" charset="0"/>
                <a:cs typeface="Carlito"/>
              </a:rPr>
              <a:t>and its types</a:t>
            </a:r>
          </a:p>
          <a:p>
            <a:pPr marL="355600" marR="5080" indent="-342900">
              <a:lnSpc>
                <a:spcPts val="3020"/>
              </a:lnSpc>
              <a:spcBef>
                <a:spcPts val="490"/>
              </a:spcBef>
              <a:buFont typeface="Wingdings" panose="05000000000000000000" pitchFamily="2" charset="2"/>
              <a:buChar char="Ø"/>
            </a:pPr>
            <a:r>
              <a:rPr lang="en-US" sz="2400" b="1" dirty="0">
                <a:latin typeface="Cambria" pitchFamily="18" charset="0"/>
                <a:ea typeface="Cambria" pitchFamily="18" charset="0"/>
                <a:cs typeface="Carlito"/>
              </a:rPr>
              <a:t>Loaders, Linkers</a:t>
            </a:r>
          </a:p>
          <a:p>
            <a:pPr marL="355600" marR="5080" indent="-342900">
              <a:lnSpc>
                <a:spcPts val="3020"/>
              </a:lnSpc>
              <a:spcBef>
                <a:spcPts val="490"/>
              </a:spcBef>
              <a:buFont typeface="Wingdings" panose="05000000000000000000" pitchFamily="2" charset="2"/>
              <a:buChar char="Ø"/>
            </a:pPr>
            <a:r>
              <a:rPr lang="en-US" sz="2400" b="1" spc="-10" dirty="0">
                <a:latin typeface="Cambria" pitchFamily="18" charset="0"/>
                <a:ea typeface="Cambria" pitchFamily="18" charset="0"/>
                <a:cs typeface="Carlito"/>
              </a:rPr>
              <a:t>Operating System Structure, </a:t>
            </a:r>
            <a:endParaRPr lang="en-US" sz="2400" b="1" dirty="0">
              <a:effectLst/>
              <a:latin typeface="Cambria" pitchFamily="18" charset="0"/>
              <a:ea typeface="Cambria" pitchFamily="18" charset="0"/>
              <a:cs typeface="Carlito"/>
            </a:endParaRPr>
          </a:p>
          <a:p>
            <a:pPr marL="355600" marR="5080" indent="-342900">
              <a:lnSpc>
                <a:spcPts val="3020"/>
              </a:lnSpc>
              <a:spcBef>
                <a:spcPts val="490"/>
              </a:spcBef>
              <a:buFont typeface="Wingdings" panose="05000000000000000000" pitchFamily="2" charset="2"/>
              <a:buChar char="Ø"/>
            </a:pPr>
            <a:r>
              <a:rPr lang="en-US" sz="2400" b="1" spc="-10" dirty="0">
                <a:latin typeface="Cambria" pitchFamily="18" charset="0"/>
                <a:ea typeface="Cambria" pitchFamily="18" charset="0"/>
                <a:cs typeface="Carlito"/>
              </a:rPr>
              <a:t>Overview of OS design and implementation.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40" y="304800"/>
            <a:ext cx="2819033" cy="838200"/>
          </a:xfrm>
        </p:spPr>
        <p:txBody>
          <a:bodyPr/>
          <a:lstStyle/>
          <a:p>
            <a:r>
              <a:rPr lang="en-US" sz="3200" b="1" dirty="0" smtClean="0">
                <a:solidFill>
                  <a:srgbClr val="FF0000"/>
                </a:solidFill>
                <a:latin typeface="Cambria" pitchFamily="18" charset="0"/>
                <a:ea typeface="Cambria" pitchFamily="18" charset="0"/>
              </a:rPr>
              <a:t>Lecture 1</a:t>
            </a:r>
            <a:endParaRPr lang="en-US" sz="3200" b="1" dirty="0">
              <a:solidFill>
                <a:srgbClr val="FF0000"/>
              </a:solidFill>
              <a:latin typeface="Cambria" pitchFamily="18" charset="0"/>
              <a:ea typeface="Cambria" pitchFamily="18" charset="0"/>
            </a:endParaRPr>
          </a:p>
        </p:txBody>
      </p:sp>
      <p:sp>
        <p:nvSpPr>
          <p:cNvPr id="1025" name="Rectangle 1"/>
          <p:cNvSpPr>
            <a:spLocks noChangeArrowheads="1"/>
          </p:cNvSpPr>
          <p:nvPr/>
        </p:nvSpPr>
        <p:spPr bwMode="auto">
          <a:xfrm>
            <a:off x="451604" y="1214422"/>
            <a:ext cx="10930014" cy="3539430"/>
          </a:xfrm>
          <a:prstGeom prst="rect">
            <a:avLst/>
          </a:prstGeom>
          <a:noFill/>
          <a:ln w="28575">
            <a:solidFill>
              <a:schemeClr val="accent5">
                <a:lumMod val="7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lvl="0" algn="ctr" fontAlgn="base">
              <a:spcBef>
                <a:spcPct val="0"/>
              </a:spcBef>
              <a:spcAft>
                <a:spcPct val="0"/>
              </a:spcAft>
            </a:pPr>
            <a:r>
              <a:rPr lang="en-US" sz="3200" b="1" dirty="0" smtClean="0">
                <a:latin typeface="Cambria" pitchFamily="18" charset="0"/>
                <a:ea typeface="Cambria" pitchFamily="18" charset="0"/>
                <a:cs typeface="Arial" pitchFamily="34" charset="0"/>
              </a:rPr>
              <a:t>Program Integration, Details of the course and</a:t>
            </a:r>
          </a:p>
          <a:p>
            <a:pPr lvl="0" algn="ctr" fontAlgn="base">
              <a:spcBef>
                <a:spcPct val="0"/>
              </a:spcBef>
              <a:spcAft>
                <a:spcPct val="0"/>
              </a:spcAft>
            </a:pPr>
            <a:r>
              <a:rPr lang="en-US" sz="3200" b="1" dirty="0" smtClean="0">
                <a:latin typeface="Cambria" pitchFamily="18" charset="0"/>
                <a:ea typeface="Cambria" pitchFamily="18" charset="0"/>
                <a:cs typeface="Arial" pitchFamily="34" charset="0"/>
              </a:rPr>
              <a:t>Learning Objectives</a:t>
            </a:r>
          </a:p>
          <a:p>
            <a:pPr lvl="0" algn="ctr" fontAlgn="base">
              <a:spcBef>
                <a:spcPct val="0"/>
              </a:spcBef>
              <a:spcAft>
                <a:spcPct val="0"/>
              </a:spcAft>
            </a:pPr>
            <a:r>
              <a:rPr lang="en-US" sz="3200" b="1" dirty="0" smtClean="0">
                <a:latin typeface="Cambria" pitchFamily="18" charset="0"/>
                <a:ea typeface="Cambria" pitchFamily="18" charset="0"/>
                <a:cs typeface="Arial" pitchFamily="34" charset="0"/>
              </a:rPr>
              <a:t>Overview and Introduction to Operating System</a:t>
            </a:r>
          </a:p>
          <a:p>
            <a:pPr lvl="0" algn="ctr" fontAlgn="base">
              <a:spcBef>
                <a:spcPct val="0"/>
              </a:spcBef>
              <a:spcAft>
                <a:spcPct val="0"/>
              </a:spcAft>
            </a:pPr>
            <a:endParaRPr lang="en-US" sz="3600" b="1" dirty="0" smtClean="0">
              <a:latin typeface="Cambria" pitchFamily="18" charset="0"/>
              <a:ea typeface="Cambria" pitchFamily="18" charset="0"/>
              <a:cs typeface="Arial" pitchFamily="34" charset="0"/>
            </a:endParaRPr>
          </a:p>
          <a:p>
            <a:r>
              <a:rPr lang="en-US" sz="2800" b="1" dirty="0" smtClean="0">
                <a:solidFill>
                  <a:srgbClr val="7030A0"/>
                </a:solidFill>
                <a:latin typeface="Cambria" pitchFamily="18" charset="0"/>
                <a:ea typeface="Cambria" pitchFamily="18" charset="0"/>
              </a:rPr>
              <a:t>LO1: Describe the course details and evaluation pattern</a:t>
            </a:r>
          </a:p>
          <a:p>
            <a:r>
              <a:rPr lang="en-US" sz="2800" b="1" dirty="0" smtClean="0">
                <a:solidFill>
                  <a:srgbClr val="7030A0"/>
                </a:solidFill>
                <a:latin typeface="Cambria" pitchFamily="18" charset="0"/>
                <a:ea typeface="Cambria" pitchFamily="18" charset="0"/>
              </a:rPr>
              <a:t>LO2: Define OS </a:t>
            </a:r>
          </a:p>
          <a:p>
            <a:pPr lvl="0" algn="ctr" fontAlgn="base">
              <a:spcBef>
                <a:spcPct val="0"/>
              </a:spcBef>
              <a:spcAft>
                <a:spcPct val="0"/>
              </a:spcAft>
            </a:pPr>
            <a:endParaRPr lang="en-US" sz="3600" b="1" dirty="0" smtClean="0">
              <a:latin typeface="Cambria" pitchFamily="18" charset="0"/>
              <a:ea typeface="Cambria" pitchFamily="18"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1604" y="1643050"/>
            <a:ext cx="4929227" cy="3143256"/>
          </a:xfrm>
          <a:ln>
            <a:solidFill>
              <a:schemeClr val="accent1"/>
            </a:solidFill>
          </a:ln>
        </p:spPr>
        <p:txBody>
          <a:bodyPr>
            <a:normAutofit/>
          </a:bodyPr>
          <a:lstStyle/>
          <a:p>
            <a:pPr marL="342900" indent="-342900">
              <a:buFont typeface="Arial" panose="020B0604020202020204" pitchFamily="34" charset="0"/>
              <a:buChar char="•"/>
            </a:pPr>
            <a:r>
              <a:rPr lang="en-IN" sz="3200" dirty="0">
                <a:latin typeface="Cambria" pitchFamily="18" charset="0"/>
                <a:ea typeface="Cambria" pitchFamily="18" charset="0"/>
              </a:rPr>
              <a:t>Computer</a:t>
            </a:r>
          </a:p>
          <a:p>
            <a:pPr marL="715963" indent="-258763">
              <a:buFont typeface="Arial" panose="020B0604020202020204" pitchFamily="34" charset="0"/>
              <a:buChar char="•"/>
            </a:pPr>
            <a:r>
              <a:rPr lang="en-IN" sz="3200" dirty="0">
                <a:latin typeface="Cambria" pitchFamily="18" charset="0"/>
                <a:ea typeface="Cambria" pitchFamily="18" charset="0"/>
              </a:rPr>
              <a:t>Hardware</a:t>
            </a:r>
          </a:p>
          <a:p>
            <a:pPr marL="715963" indent="-258763">
              <a:buFont typeface="Arial" panose="020B0604020202020204" pitchFamily="34" charset="0"/>
              <a:buChar char="•"/>
            </a:pPr>
            <a:r>
              <a:rPr lang="en-IN" sz="3200" dirty="0">
                <a:latin typeface="Cambria" pitchFamily="18" charset="0"/>
                <a:ea typeface="Cambria" pitchFamily="18" charset="0"/>
              </a:rPr>
              <a:t>Software</a:t>
            </a:r>
          </a:p>
          <a:p>
            <a:pPr marL="987425" lvl="1" indent="-180975"/>
            <a:r>
              <a:rPr lang="en-IN" sz="3200" dirty="0">
                <a:latin typeface="Cambria" pitchFamily="18" charset="0"/>
                <a:ea typeface="Cambria" pitchFamily="18" charset="0"/>
              </a:rPr>
              <a:t>Application Software</a:t>
            </a:r>
          </a:p>
          <a:p>
            <a:pPr marL="987425" lvl="1" indent="-180975"/>
            <a:r>
              <a:rPr lang="en-IN" sz="3200" dirty="0">
                <a:latin typeface="Cambria" pitchFamily="18" charset="0"/>
                <a:ea typeface="Cambria" pitchFamily="18" charset="0"/>
              </a:rPr>
              <a:t>System Software</a:t>
            </a:r>
          </a:p>
          <a:p>
            <a:endParaRPr lang="en-IN" sz="1600" dirty="0">
              <a:latin typeface="Cambria" pitchFamily="18" charset="0"/>
              <a:ea typeface="Cambria" pitchFamily="18" charset="0"/>
            </a:endParaRPr>
          </a:p>
          <a:p>
            <a:pPr lvl="1"/>
            <a:endParaRPr lang="en-IN" sz="1400" dirty="0">
              <a:latin typeface="Cambria" pitchFamily="18" charset="0"/>
              <a:ea typeface="Cambria" pitchFamily="18" charset="0"/>
            </a:endParaRPr>
          </a:p>
        </p:txBody>
      </p:sp>
      <p:sp>
        <p:nvSpPr>
          <p:cNvPr id="4" name="Title 1"/>
          <p:cNvSpPr>
            <a:spLocks noGrp="1"/>
          </p:cNvSpPr>
          <p:nvPr>
            <p:ph type="title" idx="4294967295"/>
          </p:nvPr>
        </p:nvSpPr>
        <p:spPr>
          <a:xfrm>
            <a:off x="1094546" y="214290"/>
            <a:ext cx="8910527" cy="430887"/>
          </a:xfrm>
        </p:spPr>
        <p:txBody>
          <a:bodyPr/>
          <a:lstStyle/>
          <a:p>
            <a:pPr algn="ctr"/>
            <a:r>
              <a:rPr lang="en-IN" dirty="0">
                <a:latin typeface="Cambria" pitchFamily="18" charset="0"/>
                <a:ea typeface="Cambria" pitchFamily="18" charset="0"/>
              </a:rPr>
              <a:t>Operating System</a:t>
            </a:r>
          </a:p>
        </p:txBody>
      </p:sp>
      <p:pic>
        <p:nvPicPr>
          <p:cNvPr id="1026" name="Picture 2" descr="File:Desktop computer clipart - Yellow theme.svg - Wikipedia"/>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880892" y="928670"/>
            <a:ext cx="5680622" cy="4786346"/>
          </a:xfrm>
          <a:prstGeom prst="rect">
            <a:avLst/>
          </a:prstGeom>
          <a:noFill/>
          <a:ln>
            <a:solidFill>
              <a:schemeClr val="accent1"/>
            </a:solidFill>
          </a:ln>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403912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62329" y="157670"/>
            <a:ext cx="10665765" cy="615553"/>
          </a:xfrm>
        </p:spPr>
        <p:txBody>
          <a:bodyPr/>
          <a:lstStyle/>
          <a:p>
            <a:pPr algn="ctr"/>
            <a:r>
              <a:rPr lang="en-US" sz="4000" dirty="0"/>
              <a:t>Introduction to Operating System</a:t>
            </a:r>
          </a:p>
        </p:txBody>
      </p:sp>
      <p:sp>
        <p:nvSpPr>
          <p:cNvPr id="3" name="Text Placeholder 2"/>
          <p:cNvSpPr>
            <a:spLocks noGrp="1"/>
          </p:cNvSpPr>
          <p:nvPr>
            <p:ph type="body" idx="1"/>
          </p:nvPr>
        </p:nvSpPr>
        <p:spPr>
          <a:xfrm>
            <a:off x="237290" y="914410"/>
            <a:ext cx="11358642" cy="4431983"/>
          </a:xfrm>
          <a:ln>
            <a:solidFill>
              <a:schemeClr val="accent1"/>
            </a:solidFill>
          </a:ln>
        </p:spPr>
        <p:txBody>
          <a:bodyPr/>
          <a:lstStyle/>
          <a:p>
            <a:pPr marL="457200" indent="-457200" algn="just">
              <a:buFont typeface="Wingdings" panose="05000000000000000000" pitchFamily="2" charset="2"/>
              <a:buChar char="Ø"/>
            </a:pPr>
            <a:r>
              <a:rPr lang="en-US" sz="2400" dirty="0">
                <a:latin typeface="Cambria" pitchFamily="18" charset="0"/>
                <a:ea typeface="Cambria" pitchFamily="18" charset="0"/>
              </a:rPr>
              <a:t>An OS is a large &amp; complex system software designed &amp; created piece by piece</a:t>
            </a:r>
            <a:r>
              <a:rPr lang="en-US" sz="2400" dirty="0" smtClean="0">
                <a:latin typeface="Cambria" pitchFamily="18" charset="0"/>
                <a:ea typeface="Cambria" pitchFamily="18" charset="0"/>
              </a:rPr>
              <a:t>.</a:t>
            </a: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Each of these pieces are designed &amp; created with carefully defined inputs, outputs &amp; </a:t>
            </a:r>
            <a:r>
              <a:rPr lang="en-US" sz="2400" dirty="0" smtClean="0">
                <a:latin typeface="Cambria" pitchFamily="18" charset="0"/>
                <a:ea typeface="Cambria" pitchFamily="18" charset="0"/>
              </a:rPr>
              <a:t>functions</a:t>
            </a: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Generally, now-a-days, all electronic computing systems are having OS in one or another format</a:t>
            </a:r>
            <a:r>
              <a:rPr lang="en-US" sz="2400" dirty="0" smtClean="0">
                <a:latin typeface="Cambria" pitchFamily="18" charset="0"/>
                <a:ea typeface="Cambria" pitchFamily="18" charset="0"/>
              </a:rPr>
              <a:t>.</a:t>
            </a: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Personal computers, mobiles, laptops, automated washing machines, ovens, aircraft management systems, etc. doesn’t work without </a:t>
            </a:r>
            <a:r>
              <a:rPr lang="en-US" sz="2400" dirty="0" smtClean="0">
                <a:latin typeface="Cambria" pitchFamily="18" charset="0"/>
                <a:ea typeface="Cambria" pitchFamily="18" charset="0"/>
              </a:rPr>
              <a:t>OS</a:t>
            </a: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OS is an essential part of any computer system</a:t>
            </a:r>
            <a:r>
              <a:rPr lang="en-US" sz="2400" dirty="0" smtClean="0">
                <a:latin typeface="Cambria" pitchFamily="18" charset="0"/>
                <a:ea typeface="Cambria" pitchFamily="18" charset="0"/>
              </a:rPr>
              <a:t>.</a:t>
            </a:r>
            <a:endParaRPr lang="en-US" sz="2400" dirty="0">
              <a:latin typeface="Cambria" pitchFamily="18" charset="0"/>
              <a:ea typeface="Cambria" pitchFamily="18" charset="0"/>
            </a:endParaRPr>
          </a:p>
        </p:txBody>
      </p:sp>
    </p:spTree>
    <p:extLst>
      <p:ext uri="{BB962C8B-B14F-4D97-AF65-F5344CB8AC3E}">
        <p14:creationId xmlns="" xmlns:p14="http://schemas.microsoft.com/office/powerpoint/2010/main" val="293393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462900" y="0"/>
            <a:ext cx="11727513" cy="689291"/>
          </a:xfrm>
          <a:prstGeom prst="rect">
            <a:avLst/>
          </a:prstGeom>
        </p:spPr>
        <p:txBody>
          <a:bodyPr vert="horz" wrap="square" lIns="0" tIns="12065" rIns="0" bIns="0" rtlCol="0">
            <a:spAutoFit/>
          </a:bodyPr>
          <a:lstStyle/>
          <a:p>
            <a:pPr marL="12700" algn="ctr">
              <a:lnSpc>
                <a:spcPct val="100000"/>
              </a:lnSpc>
              <a:spcBef>
                <a:spcPts val="95"/>
              </a:spcBef>
            </a:pPr>
            <a:r>
              <a:rPr sz="4400" spc="-10" dirty="0">
                <a:latin typeface="Cambria" pitchFamily="18" charset="0"/>
                <a:ea typeface="Cambria" pitchFamily="18" charset="0"/>
                <a:cs typeface="Caladea"/>
              </a:rPr>
              <a:t>What</a:t>
            </a:r>
            <a:r>
              <a:rPr sz="4400" spc="-5" dirty="0">
                <a:latin typeface="Cambria" pitchFamily="18" charset="0"/>
                <a:ea typeface="Cambria" pitchFamily="18" charset="0"/>
                <a:cs typeface="Caladea"/>
              </a:rPr>
              <a:t> </a:t>
            </a:r>
            <a:r>
              <a:rPr sz="4400" spc="-15" dirty="0">
                <a:latin typeface="Cambria" pitchFamily="18" charset="0"/>
                <a:ea typeface="Cambria" pitchFamily="18" charset="0"/>
                <a:cs typeface="Caladea"/>
              </a:rPr>
              <a:t>Operating </a:t>
            </a:r>
            <a:r>
              <a:rPr sz="4400" spc="-35" dirty="0">
                <a:latin typeface="Cambria" pitchFamily="18" charset="0"/>
                <a:ea typeface="Cambria" pitchFamily="18" charset="0"/>
                <a:cs typeface="Caladea"/>
              </a:rPr>
              <a:t>System</a:t>
            </a:r>
            <a:r>
              <a:rPr lang="en-US" sz="4400" spc="-35" dirty="0">
                <a:latin typeface="Cambria" pitchFamily="18" charset="0"/>
                <a:ea typeface="Cambria" pitchFamily="18" charset="0"/>
                <a:cs typeface="Caladea"/>
              </a:rPr>
              <a:t>s do</a:t>
            </a:r>
            <a:r>
              <a:rPr sz="4400" spc="70" dirty="0">
                <a:latin typeface="Cambria" pitchFamily="18" charset="0"/>
                <a:ea typeface="Cambria" pitchFamily="18" charset="0"/>
                <a:cs typeface="Caladea"/>
              </a:rPr>
              <a:t> </a:t>
            </a:r>
            <a:r>
              <a:rPr sz="4400" spc="-5" dirty="0">
                <a:latin typeface="Cambria" pitchFamily="18" charset="0"/>
                <a:ea typeface="Cambria" pitchFamily="18" charset="0"/>
                <a:cs typeface="Caladea"/>
              </a:rPr>
              <a:t>?</a:t>
            </a:r>
            <a:endParaRPr sz="4400" dirty="0">
              <a:latin typeface="Cambria" pitchFamily="18" charset="0"/>
              <a:ea typeface="Cambria" pitchFamily="18" charset="0"/>
              <a:cs typeface="Caladea"/>
            </a:endParaRPr>
          </a:p>
        </p:txBody>
      </p:sp>
      <p:sp>
        <p:nvSpPr>
          <p:cNvPr id="3" name="object 3"/>
          <p:cNvSpPr txBox="1"/>
          <p:nvPr/>
        </p:nvSpPr>
        <p:spPr>
          <a:xfrm>
            <a:off x="580315" y="914389"/>
            <a:ext cx="11072958" cy="4278222"/>
          </a:xfrm>
          <a:prstGeom prst="rect">
            <a:avLst/>
          </a:prstGeom>
          <a:ln>
            <a:solidFill>
              <a:schemeClr val="accent1"/>
            </a:solidFill>
          </a:ln>
        </p:spPr>
        <p:txBody>
          <a:bodyPr vert="horz" wrap="square" lIns="0" tIns="48895" rIns="0" bIns="0" rtlCol="0">
            <a:spAutoFit/>
          </a:bodyPr>
          <a:lstStyle/>
          <a:p>
            <a:pPr marL="355600" marR="5080" indent="-342900" algn="just">
              <a:lnSpc>
                <a:spcPct val="90000"/>
              </a:lnSpc>
              <a:spcBef>
                <a:spcPts val="385"/>
              </a:spcBef>
              <a:buFont typeface="Wingdings" panose="05000000000000000000" pitchFamily="2" charset="2"/>
              <a:buChar char="Ø"/>
              <a:tabLst>
                <a:tab pos="241300" algn="l"/>
              </a:tabLst>
            </a:pPr>
            <a:r>
              <a:rPr sz="2400" b="1" dirty="0">
                <a:solidFill>
                  <a:srgbClr val="FF0000"/>
                </a:solidFill>
                <a:latin typeface="Cambria" pitchFamily="18" charset="0"/>
                <a:ea typeface="Cambria" pitchFamily="18" charset="0"/>
                <a:cs typeface="Carlito"/>
              </a:rPr>
              <a:t>An </a:t>
            </a:r>
            <a:r>
              <a:rPr lang="en-US" sz="2400" b="1" spc="-5" dirty="0">
                <a:solidFill>
                  <a:srgbClr val="FF0000"/>
                </a:solidFill>
                <a:latin typeface="Cambria" pitchFamily="18" charset="0"/>
                <a:ea typeface="Cambria" pitchFamily="18" charset="0"/>
                <a:cs typeface="Carlito"/>
              </a:rPr>
              <a:t>OS </a:t>
            </a:r>
            <a:r>
              <a:rPr sz="2400" b="1" dirty="0">
                <a:solidFill>
                  <a:srgbClr val="FF0000"/>
                </a:solidFill>
                <a:latin typeface="Cambria" pitchFamily="18" charset="0"/>
                <a:ea typeface="Cambria" pitchFamily="18" charset="0"/>
                <a:cs typeface="Carlito"/>
              </a:rPr>
              <a:t>is a </a:t>
            </a:r>
            <a:r>
              <a:rPr lang="en-US" sz="2400" b="1" dirty="0">
                <a:solidFill>
                  <a:srgbClr val="FF0000"/>
                </a:solidFill>
                <a:latin typeface="Cambria" pitchFamily="18" charset="0"/>
                <a:ea typeface="Cambria" pitchFamily="18" charset="0"/>
                <a:cs typeface="Carlito"/>
              </a:rPr>
              <a:t>collection of </a:t>
            </a:r>
            <a:r>
              <a:rPr sz="2400" b="1" spc="-15" dirty="0">
                <a:solidFill>
                  <a:srgbClr val="FF0000"/>
                </a:solidFill>
                <a:latin typeface="Cambria" pitchFamily="18" charset="0"/>
                <a:ea typeface="Cambria" pitchFamily="18" charset="0"/>
                <a:cs typeface="Carlito"/>
              </a:rPr>
              <a:t>program</a:t>
            </a:r>
            <a:r>
              <a:rPr lang="en-US" sz="2400" b="1" spc="-15" dirty="0">
                <a:solidFill>
                  <a:srgbClr val="FF0000"/>
                </a:solidFill>
                <a:latin typeface="Cambria" pitchFamily="18" charset="0"/>
                <a:ea typeface="Cambria" pitchFamily="18" charset="0"/>
                <a:cs typeface="Carlito"/>
              </a:rPr>
              <a:t>s</a:t>
            </a:r>
            <a:r>
              <a:rPr sz="2400" b="1" spc="-15" dirty="0">
                <a:solidFill>
                  <a:srgbClr val="FF0000"/>
                </a:solidFill>
                <a:latin typeface="Cambria" pitchFamily="18" charset="0"/>
                <a:ea typeface="Cambria" pitchFamily="18" charset="0"/>
                <a:cs typeface="Carlito"/>
              </a:rPr>
              <a:t> </a:t>
            </a:r>
            <a:r>
              <a:rPr sz="2400" b="1" spc="-5" dirty="0">
                <a:solidFill>
                  <a:srgbClr val="FF0000"/>
                </a:solidFill>
                <a:latin typeface="Cambria" pitchFamily="18" charset="0"/>
                <a:ea typeface="Cambria" pitchFamily="18" charset="0"/>
                <a:cs typeface="Carlito"/>
              </a:rPr>
              <a:t>that manages </a:t>
            </a:r>
            <a:r>
              <a:rPr lang="en-US" sz="2400" b="1" dirty="0">
                <a:solidFill>
                  <a:srgbClr val="FF0000"/>
                </a:solidFill>
                <a:latin typeface="Cambria" pitchFamily="18" charset="0"/>
                <a:ea typeface="Cambria" pitchFamily="18" charset="0"/>
                <a:cs typeface="Carlito"/>
              </a:rPr>
              <a:t>the</a:t>
            </a:r>
            <a:r>
              <a:rPr sz="2400" b="1" dirty="0">
                <a:solidFill>
                  <a:srgbClr val="FF0000"/>
                </a:solidFill>
                <a:latin typeface="Cambria" pitchFamily="18" charset="0"/>
                <a:ea typeface="Cambria" pitchFamily="18" charset="0"/>
                <a:cs typeface="Carlito"/>
              </a:rPr>
              <a:t> </a:t>
            </a:r>
            <a:r>
              <a:rPr sz="2400" b="1" spc="-10" dirty="0">
                <a:solidFill>
                  <a:srgbClr val="FF0000"/>
                </a:solidFill>
                <a:latin typeface="Cambria" pitchFamily="18" charset="0"/>
                <a:ea typeface="Cambria" pitchFamily="18" charset="0"/>
                <a:cs typeface="Carlito"/>
              </a:rPr>
              <a:t>computer’s hardware. </a:t>
            </a:r>
            <a:endParaRPr lang="en-US" sz="2400" b="1" spc="-10" dirty="0">
              <a:solidFill>
                <a:srgbClr val="FF0000"/>
              </a:solidFill>
              <a:latin typeface="Cambria" pitchFamily="18" charset="0"/>
              <a:ea typeface="Cambria" pitchFamily="18" charset="0"/>
              <a:cs typeface="Carlito"/>
            </a:endParaRPr>
          </a:p>
          <a:p>
            <a:pPr marL="355600" marR="5080" indent="-342900" algn="just">
              <a:lnSpc>
                <a:spcPct val="90000"/>
              </a:lnSpc>
              <a:spcBef>
                <a:spcPts val="385"/>
              </a:spcBef>
              <a:buFont typeface="Wingdings" panose="05000000000000000000" pitchFamily="2" charset="2"/>
              <a:buChar char="Ø"/>
              <a:tabLst>
                <a:tab pos="241300" algn="l"/>
              </a:tabLst>
            </a:pPr>
            <a:r>
              <a:rPr sz="2200" dirty="0">
                <a:latin typeface="Cambria" pitchFamily="18" charset="0"/>
                <a:ea typeface="Cambria" pitchFamily="18" charset="0"/>
                <a:cs typeface="Carlito"/>
              </a:rPr>
              <a:t>It also </a:t>
            </a:r>
            <a:r>
              <a:rPr sz="2200" spc="-10" dirty="0">
                <a:latin typeface="Cambria" pitchFamily="18" charset="0"/>
                <a:ea typeface="Cambria" pitchFamily="18" charset="0"/>
                <a:cs typeface="Carlito"/>
              </a:rPr>
              <a:t>provides </a:t>
            </a:r>
            <a:r>
              <a:rPr sz="2200" dirty="0">
                <a:latin typeface="Cambria" pitchFamily="18" charset="0"/>
                <a:ea typeface="Cambria" pitchFamily="18" charset="0"/>
                <a:cs typeface="Carlito"/>
              </a:rPr>
              <a:t>a basis </a:t>
            </a:r>
            <a:r>
              <a:rPr sz="2200" spc="-20" dirty="0">
                <a:latin typeface="Cambria" pitchFamily="18" charset="0"/>
                <a:ea typeface="Cambria" pitchFamily="18" charset="0"/>
                <a:cs typeface="Carlito"/>
              </a:rPr>
              <a:t>for  </a:t>
            </a:r>
            <a:r>
              <a:rPr sz="2200" spc="-5" dirty="0">
                <a:latin typeface="Cambria" pitchFamily="18" charset="0"/>
                <a:ea typeface="Cambria" pitchFamily="18" charset="0"/>
                <a:cs typeface="Carlito"/>
              </a:rPr>
              <a:t>application </a:t>
            </a:r>
            <a:r>
              <a:rPr sz="2200" spc="-15" dirty="0">
                <a:latin typeface="Cambria" pitchFamily="18" charset="0"/>
                <a:ea typeface="Cambria" pitchFamily="18" charset="0"/>
                <a:cs typeface="Carlito"/>
              </a:rPr>
              <a:t>programs </a:t>
            </a:r>
            <a:r>
              <a:rPr sz="2200" dirty="0">
                <a:latin typeface="Cambria" pitchFamily="18" charset="0"/>
                <a:ea typeface="Cambria" pitchFamily="18" charset="0"/>
                <a:cs typeface="Carlito"/>
              </a:rPr>
              <a:t>and acts as an </a:t>
            </a:r>
            <a:r>
              <a:rPr sz="2400" b="1" spc="-5" dirty="0">
                <a:solidFill>
                  <a:srgbClr val="FF0000"/>
                </a:solidFill>
                <a:latin typeface="Cambria" pitchFamily="18" charset="0"/>
                <a:ea typeface="Cambria" pitchFamily="18" charset="0"/>
                <a:cs typeface="Carlito"/>
              </a:rPr>
              <a:t>intermediary </a:t>
            </a:r>
            <a:r>
              <a:rPr sz="2400" b="1" spc="-10" dirty="0">
                <a:solidFill>
                  <a:srgbClr val="FF0000"/>
                </a:solidFill>
                <a:latin typeface="Cambria" pitchFamily="18" charset="0"/>
                <a:ea typeface="Cambria" pitchFamily="18" charset="0"/>
                <a:cs typeface="Carlito"/>
              </a:rPr>
              <a:t>between </a:t>
            </a:r>
            <a:r>
              <a:rPr sz="2400" b="1" dirty="0">
                <a:solidFill>
                  <a:srgbClr val="FF0000"/>
                </a:solidFill>
                <a:latin typeface="Cambria" pitchFamily="18" charset="0"/>
                <a:ea typeface="Cambria" pitchFamily="18" charset="0"/>
                <a:cs typeface="Carlito"/>
              </a:rPr>
              <a:t>the</a:t>
            </a:r>
            <a:r>
              <a:rPr sz="2400" b="1" spc="-5" dirty="0">
                <a:solidFill>
                  <a:srgbClr val="FF0000"/>
                </a:solidFill>
                <a:latin typeface="Cambria" pitchFamily="18" charset="0"/>
                <a:ea typeface="Cambria" pitchFamily="18" charset="0"/>
                <a:cs typeface="Carlito"/>
              </a:rPr>
              <a:t> user</a:t>
            </a:r>
            <a:r>
              <a:rPr lang="en-US" sz="2400" b="1" spc="-5" dirty="0">
                <a:solidFill>
                  <a:srgbClr val="FF0000"/>
                </a:solidFill>
                <a:latin typeface="Cambria" pitchFamily="18" charset="0"/>
                <a:ea typeface="Cambria" pitchFamily="18" charset="0"/>
                <a:cs typeface="Carlito"/>
              </a:rPr>
              <a:t> of a computer </a:t>
            </a:r>
            <a:r>
              <a:rPr sz="2400" b="1" dirty="0">
                <a:solidFill>
                  <a:srgbClr val="FF0000"/>
                </a:solidFill>
                <a:latin typeface="Cambria" pitchFamily="18" charset="0"/>
                <a:ea typeface="Cambria" pitchFamily="18" charset="0"/>
                <a:cs typeface="Carlito"/>
              </a:rPr>
              <a:t>and the </a:t>
            </a:r>
            <a:r>
              <a:rPr sz="2400" b="1" spc="-5" dirty="0">
                <a:solidFill>
                  <a:srgbClr val="FF0000"/>
                </a:solidFill>
                <a:latin typeface="Cambria" pitchFamily="18" charset="0"/>
                <a:ea typeface="Cambria" pitchFamily="18" charset="0"/>
                <a:cs typeface="Carlito"/>
              </a:rPr>
              <a:t>computer</a:t>
            </a:r>
            <a:r>
              <a:rPr sz="2400" b="1" spc="-185" dirty="0">
                <a:solidFill>
                  <a:srgbClr val="FF0000"/>
                </a:solidFill>
                <a:latin typeface="Cambria" pitchFamily="18" charset="0"/>
                <a:ea typeface="Cambria" pitchFamily="18" charset="0"/>
                <a:cs typeface="Carlito"/>
              </a:rPr>
              <a:t> </a:t>
            </a:r>
            <a:r>
              <a:rPr sz="2400" b="1" spc="-10">
                <a:solidFill>
                  <a:srgbClr val="FF0000"/>
                </a:solidFill>
                <a:latin typeface="Cambria" pitchFamily="18" charset="0"/>
                <a:ea typeface="Cambria" pitchFamily="18" charset="0"/>
                <a:cs typeface="Carlito"/>
              </a:rPr>
              <a:t>hardware</a:t>
            </a:r>
            <a:r>
              <a:rPr sz="2400" b="1" spc="-10" smtClean="0">
                <a:solidFill>
                  <a:srgbClr val="FF0000"/>
                </a:solidFill>
                <a:latin typeface="Cambria" pitchFamily="18" charset="0"/>
                <a:ea typeface="Cambria" pitchFamily="18" charset="0"/>
                <a:cs typeface="Carlito"/>
              </a:rPr>
              <a:t>.</a:t>
            </a:r>
            <a:endParaRPr lang="en-IN" sz="2400" b="1" spc="-10" dirty="0" smtClean="0">
              <a:solidFill>
                <a:srgbClr val="FF0000"/>
              </a:solidFill>
              <a:latin typeface="Cambria" pitchFamily="18" charset="0"/>
              <a:ea typeface="Cambria" pitchFamily="18" charset="0"/>
              <a:cs typeface="Carlito"/>
            </a:endParaRPr>
          </a:p>
          <a:p>
            <a:pPr marL="355600" marR="5080" indent="-342900" algn="just">
              <a:lnSpc>
                <a:spcPct val="90000"/>
              </a:lnSpc>
              <a:spcBef>
                <a:spcPts val="385"/>
              </a:spcBef>
              <a:buFont typeface="Wingdings" panose="05000000000000000000" pitchFamily="2" charset="2"/>
              <a:buChar char="Ø"/>
              <a:tabLst>
                <a:tab pos="241300" algn="l"/>
              </a:tabLst>
            </a:pPr>
            <a:endParaRPr lang="en-US" sz="2400" b="1" spc="-10" dirty="0">
              <a:solidFill>
                <a:srgbClr val="FF0000"/>
              </a:solidFill>
              <a:latin typeface="Cambria" pitchFamily="18" charset="0"/>
              <a:ea typeface="Cambria" pitchFamily="18" charset="0"/>
              <a:cs typeface="Carlito"/>
            </a:endParaRPr>
          </a:p>
          <a:p>
            <a:pPr marL="355600" marR="5080" indent="-342900" algn="just">
              <a:lnSpc>
                <a:spcPct val="90000"/>
              </a:lnSpc>
              <a:spcBef>
                <a:spcPts val="385"/>
              </a:spcBef>
              <a:buFont typeface="Wingdings" panose="05000000000000000000" pitchFamily="2" charset="2"/>
              <a:buChar char="Ø"/>
              <a:tabLst>
                <a:tab pos="241300" algn="l"/>
              </a:tabLst>
            </a:pPr>
            <a:r>
              <a:rPr lang="en-US" sz="2200" spc="-10" dirty="0">
                <a:latin typeface="Cambria" pitchFamily="18" charset="0"/>
                <a:ea typeface="Cambria" pitchFamily="18" charset="0"/>
                <a:cs typeface="Carlito"/>
              </a:rPr>
              <a:t>Purpose of OS is to provide an environment in which, user can execute the programs in a convenient &amp; efficient manner.</a:t>
            </a:r>
          </a:p>
          <a:p>
            <a:pPr marL="355600" marR="5080" indent="-342900" algn="just">
              <a:lnSpc>
                <a:spcPct val="90000"/>
              </a:lnSpc>
              <a:spcBef>
                <a:spcPts val="385"/>
              </a:spcBef>
              <a:buFont typeface="Wingdings" panose="05000000000000000000" pitchFamily="2" charset="2"/>
              <a:buChar char="Ø"/>
              <a:tabLst>
                <a:tab pos="241300" algn="l"/>
              </a:tabLst>
            </a:pPr>
            <a:r>
              <a:rPr lang="en-US" sz="2200" spc="-10" dirty="0">
                <a:latin typeface="Cambria" pitchFamily="18" charset="0"/>
                <a:ea typeface="Cambria" pitchFamily="18" charset="0"/>
                <a:cs typeface="Carlito"/>
              </a:rPr>
              <a:t>So, any OS has 2 goals</a:t>
            </a:r>
          </a:p>
          <a:p>
            <a:pPr marL="812800" marR="5080" lvl="1" indent="-342900" algn="just">
              <a:lnSpc>
                <a:spcPct val="90000"/>
              </a:lnSpc>
              <a:spcBef>
                <a:spcPts val="385"/>
              </a:spcBef>
              <a:buFont typeface="Wingdings" panose="05000000000000000000" pitchFamily="2" charset="2"/>
              <a:buChar char="Ø"/>
              <a:tabLst>
                <a:tab pos="241300" algn="l"/>
              </a:tabLst>
            </a:pPr>
            <a:r>
              <a:rPr lang="en-US" sz="2200" spc="-10" dirty="0">
                <a:latin typeface="Cambria" pitchFamily="18" charset="0"/>
                <a:ea typeface="Cambria" pitchFamily="18" charset="0"/>
                <a:cs typeface="Carlito"/>
              </a:rPr>
              <a:t>Efficient use of </a:t>
            </a:r>
            <a:r>
              <a:rPr lang="en-US" sz="2200" spc="-5" dirty="0">
                <a:latin typeface="Cambria" pitchFamily="18" charset="0"/>
                <a:ea typeface="Cambria" pitchFamily="18" charset="0"/>
                <a:cs typeface="Carlito"/>
              </a:rPr>
              <a:t>computer </a:t>
            </a:r>
            <a:r>
              <a:rPr lang="en-US" sz="2200" spc="-25" dirty="0">
                <a:latin typeface="Cambria" pitchFamily="18" charset="0"/>
                <a:ea typeface="Cambria" pitchFamily="18" charset="0"/>
                <a:cs typeface="Carlito"/>
              </a:rPr>
              <a:t>system </a:t>
            </a:r>
          </a:p>
          <a:p>
            <a:pPr marL="812800" marR="5080" lvl="1" indent="-342900" algn="just">
              <a:lnSpc>
                <a:spcPct val="90000"/>
              </a:lnSpc>
              <a:spcBef>
                <a:spcPts val="385"/>
              </a:spcBef>
              <a:buFont typeface="Wingdings" panose="05000000000000000000" pitchFamily="2" charset="2"/>
              <a:buChar char="Ø"/>
              <a:tabLst>
                <a:tab pos="241300" algn="l"/>
              </a:tabLst>
            </a:pPr>
            <a:r>
              <a:rPr lang="en-US" sz="2200" spc="-25" dirty="0">
                <a:latin typeface="Cambria" pitchFamily="18" charset="0"/>
                <a:ea typeface="Cambria" pitchFamily="18" charset="0"/>
                <a:cs typeface="Carlito"/>
              </a:rPr>
              <a:t>User convenience</a:t>
            </a:r>
            <a:endParaRPr lang="en-US" sz="2200" dirty="0">
              <a:latin typeface="Cambria" pitchFamily="18" charset="0"/>
              <a:ea typeface="Cambria" pitchFamily="18" charset="0"/>
              <a:cs typeface="Carlito"/>
            </a:endParaRPr>
          </a:p>
          <a:p>
            <a:pPr marL="342900" marR="5080" lvl="1" indent="-342900" algn="just">
              <a:lnSpc>
                <a:spcPct val="90000"/>
              </a:lnSpc>
              <a:spcBef>
                <a:spcPts val="385"/>
              </a:spcBef>
              <a:buFont typeface="Wingdings" panose="05000000000000000000" pitchFamily="2" charset="2"/>
              <a:buChar char="Ø"/>
              <a:tabLst>
                <a:tab pos="241300" algn="l"/>
              </a:tabLst>
            </a:pPr>
            <a:r>
              <a:rPr lang="en-US" sz="2200" spc="-25" dirty="0">
                <a:latin typeface="Cambria" pitchFamily="18" charset="0"/>
                <a:ea typeface="Cambria" pitchFamily="18" charset="0"/>
                <a:cs typeface="Carlito"/>
              </a:rPr>
              <a:t>But, no OS provides both, effectively. </a:t>
            </a:r>
          </a:p>
          <a:p>
            <a:pPr marL="342900" marR="5080" lvl="1" indent="-342900" algn="just">
              <a:lnSpc>
                <a:spcPct val="90000"/>
              </a:lnSpc>
              <a:spcBef>
                <a:spcPts val="385"/>
              </a:spcBef>
              <a:buFont typeface="Wingdings" panose="05000000000000000000" pitchFamily="2" charset="2"/>
              <a:buChar char="Ø"/>
              <a:tabLst>
                <a:tab pos="241300" algn="l"/>
              </a:tabLst>
            </a:pPr>
            <a:r>
              <a:rPr lang="en-US" sz="2200" b="1" spc="-25" dirty="0">
                <a:latin typeface="Cambria" pitchFamily="18" charset="0"/>
                <a:ea typeface="Cambria" pitchFamily="18" charset="0"/>
                <a:cs typeface="Carlito"/>
              </a:rPr>
              <a:t>Efficient use </a:t>
            </a:r>
            <a:r>
              <a:rPr lang="en-US" sz="2200" spc="-25" dirty="0">
                <a:latin typeface="Cambria" pitchFamily="18" charset="0"/>
                <a:ea typeface="Cambria" pitchFamily="18" charset="0"/>
                <a:cs typeface="Carlito"/>
              </a:rPr>
              <a:t>is important, when a computer system is shared by several users while </a:t>
            </a:r>
            <a:endParaRPr lang="en-US" sz="2200" spc="-25" dirty="0" smtClean="0">
              <a:latin typeface="Cambria" pitchFamily="18" charset="0"/>
              <a:ea typeface="Cambria" pitchFamily="18" charset="0"/>
              <a:cs typeface="Carlito"/>
            </a:endParaRPr>
          </a:p>
          <a:p>
            <a:pPr marL="342900" marR="5080" lvl="1" indent="-342900" algn="just">
              <a:lnSpc>
                <a:spcPct val="90000"/>
              </a:lnSpc>
              <a:spcBef>
                <a:spcPts val="385"/>
              </a:spcBef>
              <a:tabLst>
                <a:tab pos="241300" algn="l"/>
              </a:tabLst>
            </a:pPr>
            <a:r>
              <a:rPr lang="en-US" sz="2200" b="1" spc="-25" dirty="0" smtClean="0">
                <a:latin typeface="Cambria" pitchFamily="18" charset="0"/>
                <a:ea typeface="Cambria" pitchFamily="18" charset="0"/>
                <a:cs typeface="Carlito"/>
              </a:rPr>
              <a:t>      user </a:t>
            </a:r>
            <a:r>
              <a:rPr lang="en-US" sz="2200" b="1" spc="-25" dirty="0">
                <a:latin typeface="Cambria" pitchFamily="18" charset="0"/>
                <a:ea typeface="Cambria" pitchFamily="18" charset="0"/>
                <a:cs typeface="Carlito"/>
              </a:rPr>
              <a:t>convenience </a:t>
            </a:r>
            <a:r>
              <a:rPr lang="en-US" sz="2200" spc="-25" dirty="0">
                <a:latin typeface="Cambria" pitchFamily="18" charset="0"/>
                <a:ea typeface="Cambria" pitchFamily="18" charset="0"/>
                <a:cs typeface="Carlito"/>
              </a:rPr>
              <a:t>is important in personal computers</a:t>
            </a:r>
            <a:endParaRPr lang="en-US" sz="2200" dirty="0">
              <a:latin typeface="Cambria" pitchFamily="18" charset="0"/>
              <a:ea typeface="Cambria" pitchFamily="18" charset="0"/>
              <a:cs typeface="Carl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17883" y="152400"/>
            <a:ext cx="9954657" cy="738664"/>
          </a:xfrm>
        </p:spPr>
        <p:txBody>
          <a:bodyPr/>
          <a:lstStyle/>
          <a:p>
            <a:pPr algn="ctr"/>
            <a:r>
              <a:rPr lang="en-US" sz="4800" spc="-10" dirty="0">
                <a:latin typeface="Cambria" pitchFamily="18" charset="0"/>
                <a:ea typeface="Cambria" pitchFamily="18" charset="0"/>
                <a:cs typeface="Caladea"/>
              </a:rPr>
              <a:t>What</a:t>
            </a:r>
            <a:r>
              <a:rPr lang="en-US" sz="4800" spc="-5" dirty="0">
                <a:latin typeface="Cambria" pitchFamily="18" charset="0"/>
                <a:ea typeface="Cambria" pitchFamily="18" charset="0"/>
                <a:cs typeface="Caladea"/>
              </a:rPr>
              <a:t> </a:t>
            </a:r>
            <a:r>
              <a:rPr lang="en-US" sz="4800" spc="-15" dirty="0">
                <a:latin typeface="Cambria" pitchFamily="18" charset="0"/>
                <a:ea typeface="Cambria" pitchFamily="18" charset="0"/>
                <a:cs typeface="Caladea"/>
              </a:rPr>
              <a:t>Operating </a:t>
            </a:r>
            <a:r>
              <a:rPr lang="en-US" sz="4800" spc="-35" dirty="0">
                <a:latin typeface="Cambria" pitchFamily="18" charset="0"/>
                <a:ea typeface="Cambria" pitchFamily="18" charset="0"/>
                <a:cs typeface="Caladea"/>
              </a:rPr>
              <a:t>Systems do</a:t>
            </a:r>
            <a:r>
              <a:rPr lang="en-US" sz="4800" spc="-5" dirty="0">
                <a:latin typeface="Cambria" pitchFamily="18" charset="0"/>
                <a:ea typeface="Cambria" pitchFamily="18" charset="0"/>
                <a:cs typeface="Caladea"/>
              </a:rPr>
              <a:t>?</a:t>
            </a:r>
            <a:endParaRPr lang="en-US" sz="4800" dirty="0">
              <a:latin typeface="Cambria" pitchFamily="18" charset="0"/>
              <a:ea typeface="Cambria" pitchFamily="18" charset="0"/>
            </a:endParaRPr>
          </a:p>
        </p:txBody>
      </p:sp>
      <p:sp>
        <p:nvSpPr>
          <p:cNvPr id="3" name="Text Placeholder 2"/>
          <p:cNvSpPr>
            <a:spLocks noGrp="1"/>
          </p:cNvSpPr>
          <p:nvPr>
            <p:ph type="body" idx="1"/>
          </p:nvPr>
        </p:nvSpPr>
        <p:spPr>
          <a:xfrm>
            <a:off x="457139" y="928670"/>
            <a:ext cx="11276132" cy="4308872"/>
          </a:xfrm>
          <a:ln>
            <a:solidFill>
              <a:schemeClr val="accent1"/>
            </a:solidFill>
          </a:ln>
        </p:spPr>
        <p:txBody>
          <a:bodyPr/>
          <a:lstStyle/>
          <a:p>
            <a:pPr marL="457200" indent="-457200" algn="just">
              <a:buFont typeface="Wingdings" panose="05000000000000000000" pitchFamily="2" charset="2"/>
              <a:buChar char="Ø"/>
            </a:pPr>
            <a:r>
              <a:rPr lang="en-US" b="1" dirty="0">
                <a:solidFill>
                  <a:srgbClr val="FF0000"/>
                </a:solidFill>
                <a:latin typeface="Cambria" pitchFamily="18" charset="0"/>
                <a:ea typeface="Cambria" pitchFamily="18" charset="0"/>
              </a:rPr>
              <a:t>OS controls the hardware &amp; coordinates </a:t>
            </a:r>
            <a:r>
              <a:rPr lang="en-US" dirty="0">
                <a:latin typeface="Cambria" pitchFamily="18" charset="0"/>
                <a:ea typeface="Cambria" pitchFamily="18" charset="0"/>
              </a:rPr>
              <a:t>its use among the various application programs for the various </a:t>
            </a:r>
            <a:r>
              <a:rPr lang="en-US" dirty="0" smtClean="0">
                <a:latin typeface="Cambria" pitchFamily="18" charset="0"/>
                <a:ea typeface="Cambria" pitchFamily="18" charset="0"/>
              </a:rPr>
              <a:t>users</a:t>
            </a:r>
          </a:p>
          <a:p>
            <a:pPr marL="457200" indent="-457200" algn="just">
              <a:buFont typeface="Wingdings" panose="05000000000000000000" pitchFamily="2" charset="2"/>
              <a:buChar char="Ø"/>
            </a:pPr>
            <a:endParaRPr lang="en-US" dirty="0">
              <a:latin typeface="Cambria" pitchFamily="18" charset="0"/>
              <a:ea typeface="Cambria" pitchFamily="18" charset="0"/>
            </a:endParaRPr>
          </a:p>
          <a:p>
            <a:pPr marL="457200" indent="-457200" algn="just">
              <a:buFont typeface="Wingdings" panose="05000000000000000000" pitchFamily="2" charset="2"/>
              <a:buChar char="Ø"/>
            </a:pPr>
            <a:r>
              <a:rPr lang="en-US" dirty="0">
                <a:latin typeface="Cambria" pitchFamily="18" charset="0"/>
                <a:ea typeface="Cambria" pitchFamily="18" charset="0"/>
              </a:rPr>
              <a:t>An OS is similar to government. Like a government, it performs no particular function for itself. It simply provides an environment within which other programs can do useful work</a:t>
            </a:r>
            <a:r>
              <a:rPr lang="en-US" dirty="0" smtClean="0">
                <a:latin typeface="Cambria" pitchFamily="18" charset="0"/>
                <a:ea typeface="Cambria" pitchFamily="18" charset="0"/>
              </a:rPr>
              <a:t>.</a:t>
            </a:r>
          </a:p>
          <a:p>
            <a:pPr marL="457200" indent="-457200" algn="just">
              <a:buFont typeface="Wingdings" panose="05000000000000000000" pitchFamily="2" charset="2"/>
              <a:buChar char="Ø"/>
            </a:pPr>
            <a:endParaRPr lang="en-US" dirty="0">
              <a:latin typeface="Cambria" pitchFamily="18" charset="0"/>
              <a:ea typeface="Cambria" pitchFamily="18" charset="0"/>
            </a:endParaRPr>
          </a:p>
          <a:p>
            <a:pPr marL="457200" indent="-457200" algn="just">
              <a:buFont typeface="Wingdings" panose="05000000000000000000" pitchFamily="2" charset="2"/>
              <a:buChar char="Ø"/>
            </a:pPr>
            <a:r>
              <a:rPr lang="en-US" dirty="0">
                <a:latin typeface="Cambria" pitchFamily="18" charset="0"/>
                <a:ea typeface="Cambria" pitchFamily="18" charset="0"/>
              </a:rPr>
              <a:t>An OS is </a:t>
            </a:r>
            <a:r>
              <a:rPr lang="en-US" b="1" dirty="0">
                <a:solidFill>
                  <a:srgbClr val="FF0000"/>
                </a:solidFill>
                <a:latin typeface="Cambria" pitchFamily="18" charset="0"/>
                <a:ea typeface="Cambria" pitchFamily="18" charset="0"/>
              </a:rPr>
              <a:t>responsible for coordinating all of the computers individual components </a:t>
            </a:r>
            <a:r>
              <a:rPr lang="en-US" dirty="0">
                <a:latin typeface="Cambria" pitchFamily="18" charset="0"/>
                <a:ea typeface="Cambria" pitchFamily="18" charset="0"/>
              </a:rPr>
              <a:t>so that they work together according to a single plan</a:t>
            </a:r>
          </a:p>
        </p:txBody>
      </p:sp>
    </p:spTree>
    <p:extLst>
      <p:ext uri="{BB962C8B-B14F-4D97-AF65-F5344CB8AC3E}">
        <p14:creationId xmlns="" xmlns:p14="http://schemas.microsoft.com/office/powerpoint/2010/main" val="159177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17883" y="76211"/>
            <a:ext cx="9954657" cy="430887"/>
          </a:xfrm>
        </p:spPr>
        <p:txBody>
          <a:bodyPr/>
          <a:lstStyle/>
          <a:p>
            <a:pPr algn="ctr"/>
            <a:r>
              <a:rPr lang="en-GB" dirty="0"/>
              <a:t>Quiz</a:t>
            </a:r>
            <a:endParaRPr lang="en-IN" dirty="0"/>
          </a:p>
        </p:txBody>
      </p:sp>
      <p:sp>
        <p:nvSpPr>
          <p:cNvPr id="3" name="Text Placeholder 2"/>
          <p:cNvSpPr>
            <a:spLocks noGrp="1"/>
          </p:cNvSpPr>
          <p:nvPr>
            <p:ph type="body" idx="1"/>
          </p:nvPr>
        </p:nvSpPr>
        <p:spPr>
          <a:xfrm>
            <a:off x="457141" y="609611"/>
            <a:ext cx="11276132" cy="4676777"/>
          </a:xfrm>
          <a:ln>
            <a:solidFill>
              <a:schemeClr val="accent1"/>
            </a:solidFill>
          </a:ln>
        </p:spPr>
        <p:txBody>
          <a:bodyPr/>
          <a:lstStyle/>
          <a:p>
            <a:r>
              <a:rPr lang="en-GB" sz="2400" dirty="0"/>
              <a:t>Operating System (OS) is ________ software.</a:t>
            </a:r>
          </a:p>
          <a:p>
            <a:endParaRPr lang="en-GB" sz="2400" dirty="0"/>
          </a:p>
          <a:p>
            <a:r>
              <a:rPr lang="en-GB" sz="2400" dirty="0"/>
              <a:t>It helps the _______ program, in execution.</a:t>
            </a:r>
          </a:p>
          <a:p>
            <a:endParaRPr lang="en-GB" sz="2400" dirty="0"/>
          </a:p>
          <a:p>
            <a:r>
              <a:rPr lang="en-GB" sz="2400" dirty="0"/>
              <a:t>Goal(Aim) of OS software?</a:t>
            </a:r>
          </a:p>
          <a:p>
            <a:endParaRPr lang="en-GB" sz="2400" dirty="0"/>
          </a:p>
          <a:p>
            <a:r>
              <a:rPr lang="en-GB" sz="2400" dirty="0"/>
              <a:t>OS helps in sharing of _________.</a:t>
            </a:r>
          </a:p>
          <a:p>
            <a:endParaRPr lang="en-GB" sz="2400" dirty="0"/>
          </a:p>
          <a:p>
            <a:r>
              <a:rPr lang="en-GB" sz="2400" dirty="0"/>
              <a:t>Which of these is not an OS.</a:t>
            </a:r>
          </a:p>
          <a:p>
            <a:pPr marL="742950" lvl="1" indent="-285750">
              <a:buFont typeface="Arial" panose="020B0604020202020204" pitchFamily="34" charset="0"/>
              <a:buChar char="•"/>
            </a:pPr>
            <a:r>
              <a:rPr lang="en-GB" sz="2000" dirty="0"/>
              <a:t>Linux</a:t>
            </a:r>
          </a:p>
          <a:p>
            <a:pPr marL="742950" lvl="1" indent="-285750">
              <a:buFont typeface="Arial" panose="020B0604020202020204" pitchFamily="34" charset="0"/>
              <a:buChar char="•"/>
            </a:pPr>
            <a:r>
              <a:rPr lang="en-GB" sz="2000" dirty="0" err="1"/>
              <a:t>Redhat</a:t>
            </a:r>
            <a:endParaRPr lang="en-GB" sz="2000" dirty="0"/>
          </a:p>
          <a:p>
            <a:pPr marL="742950" lvl="1" indent="-285750">
              <a:buFont typeface="Arial" panose="020B0604020202020204" pitchFamily="34" charset="0"/>
              <a:buChar char="•"/>
            </a:pPr>
            <a:r>
              <a:rPr lang="en-GB" sz="2000" dirty="0" err="1"/>
              <a:t>Audino</a:t>
            </a:r>
            <a:endParaRPr lang="en-GB" sz="2000" dirty="0"/>
          </a:p>
          <a:p>
            <a:pPr marL="742950" lvl="1" indent="-285750">
              <a:buFont typeface="Arial" panose="020B0604020202020204" pitchFamily="34" charset="0"/>
              <a:buChar char="•"/>
            </a:pPr>
            <a:r>
              <a:rPr lang="en-GB" sz="2000" dirty="0"/>
              <a:t>Android</a:t>
            </a:r>
            <a:endParaRPr lang="en-IN" sz="2000" dirty="0"/>
          </a:p>
        </p:txBody>
      </p:sp>
    </p:spTree>
    <p:extLst>
      <p:ext uri="{BB962C8B-B14F-4D97-AF65-F5344CB8AC3E}">
        <p14:creationId xmlns="" xmlns:p14="http://schemas.microsoft.com/office/powerpoint/2010/main" val="2943674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998937" y="304800"/>
            <a:ext cx="10192540" cy="430887"/>
          </a:xfrm>
          <a:ln>
            <a:solidFill>
              <a:schemeClr val="accent1"/>
            </a:solidFill>
          </a:ln>
        </p:spPr>
        <p:txBody>
          <a:bodyPr/>
          <a:lstStyle/>
          <a:p>
            <a:pPr algn="ctr" eaLnBrk="1" fontAlgn="auto" hangingPunct="1">
              <a:spcAft>
                <a:spcPts val="0"/>
              </a:spcAft>
              <a:defRPr/>
            </a:pPr>
            <a:r>
              <a:rPr lang="en-US" altLang="en-US" b="1" dirty="0">
                <a:latin typeface="Cambria" pitchFamily="18" charset="0"/>
                <a:ea typeface="Cambria" pitchFamily="18" charset="0"/>
              </a:rPr>
              <a:t>Computer System Structure</a:t>
            </a:r>
          </a:p>
        </p:txBody>
      </p:sp>
      <p:sp>
        <p:nvSpPr>
          <p:cNvPr id="7171" name="Rectangle 3"/>
          <p:cNvSpPr>
            <a:spLocks noGrp="1" noChangeArrowheads="1"/>
          </p:cNvSpPr>
          <p:nvPr>
            <p:ph type="body" idx="4294967295"/>
          </p:nvPr>
        </p:nvSpPr>
        <p:spPr>
          <a:xfrm>
            <a:off x="451604" y="785794"/>
            <a:ext cx="11426396" cy="4429156"/>
          </a:xfrm>
          <a:ln>
            <a:solidFill>
              <a:schemeClr val="accent1"/>
            </a:solidFill>
          </a:ln>
        </p:spPr>
        <p:txBody>
          <a:bodyPr rtlCol="0">
            <a:normAutofit/>
          </a:bodyPr>
          <a:lstStyle/>
          <a:p>
            <a:pPr eaLnBrk="1" fontAlgn="auto" hangingPunct="1">
              <a:spcAft>
                <a:spcPts val="0"/>
              </a:spcAft>
              <a:defRPr/>
            </a:pPr>
            <a:r>
              <a:rPr lang="en-US" altLang="en-US" sz="2400" b="1" dirty="0">
                <a:latin typeface="Cambria" pitchFamily="18" charset="0"/>
                <a:ea typeface="Cambria" pitchFamily="18" charset="0"/>
              </a:rPr>
              <a:t>Computer system can be divided into four components:</a:t>
            </a:r>
          </a:p>
          <a:p>
            <a:pPr lvl="1" eaLnBrk="1" fontAlgn="auto" hangingPunct="1">
              <a:spcAft>
                <a:spcPts val="0"/>
              </a:spcAft>
              <a:defRPr/>
            </a:pPr>
            <a:r>
              <a:rPr lang="en-US" altLang="en-US" sz="2600" b="1" dirty="0">
                <a:solidFill>
                  <a:srgbClr val="FF0000"/>
                </a:solidFill>
                <a:latin typeface="Cambria" pitchFamily="18" charset="0"/>
                <a:ea typeface="Cambria" pitchFamily="18" charset="0"/>
              </a:rPr>
              <a:t>Hardware</a:t>
            </a:r>
            <a:r>
              <a:rPr lang="en-US" altLang="en-US" sz="1800" b="1" dirty="0">
                <a:latin typeface="Cambria" pitchFamily="18" charset="0"/>
                <a:ea typeface="Cambria" pitchFamily="18" charset="0"/>
              </a:rPr>
              <a:t> – provides basic computing </a:t>
            </a:r>
            <a:r>
              <a:rPr lang="en-US" altLang="en-US" sz="1800" b="1" dirty="0" smtClean="0">
                <a:latin typeface="Cambria" pitchFamily="18" charset="0"/>
                <a:ea typeface="Cambria" pitchFamily="18" charset="0"/>
              </a:rPr>
              <a:t>resources  </a:t>
            </a:r>
            <a:r>
              <a:rPr lang="en-US" altLang="en-US" sz="1800" b="1" dirty="0" smtClean="0">
                <a:solidFill>
                  <a:srgbClr val="FF0000"/>
                </a:solidFill>
                <a:latin typeface="Cambria" pitchFamily="18" charset="0"/>
                <a:ea typeface="Cambria" pitchFamily="18" charset="0"/>
              </a:rPr>
              <a:t>CPU</a:t>
            </a:r>
            <a:r>
              <a:rPr lang="en-US" altLang="en-US" sz="1800" b="1" dirty="0">
                <a:solidFill>
                  <a:srgbClr val="FF0000"/>
                </a:solidFill>
                <a:latin typeface="Cambria" pitchFamily="18" charset="0"/>
                <a:ea typeface="Cambria" pitchFamily="18" charset="0"/>
              </a:rPr>
              <a:t>, memory, I/O devices</a:t>
            </a:r>
          </a:p>
          <a:p>
            <a:pPr lvl="1" eaLnBrk="1" fontAlgn="auto" hangingPunct="1">
              <a:spcAft>
                <a:spcPts val="0"/>
              </a:spcAft>
              <a:defRPr/>
            </a:pPr>
            <a:endParaRPr lang="en-US" altLang="en-US" sz="2600" b="1" dirty="0" smtClean="0">
              <a:solidFill>
                <a:srgbClr val="FF0000"/>
              </a:solidFill>
              <a:latin typeface="Cambria" pitchFamily="18" charset="0"/>
              <a:ea typeface="Cambria" pitchFamily="18" charset="0"/>
            </a:endParaRPr>
          </a:p>
          <a:p>
            <a:pPr lvl="1" eaLnBrk="1" fontAlgn="auto" hangingPunct="1">
              <a:spcAft>
                <a:spcPts val="0"/>
              </a:spcAft>
              <a:defRPr/>
            </a:pPr>
            <a:r>
              <a:rPr lang="en-US" altLang="en-US" sz="2600" b="1" dirty="0" smtClean="0">
                <a:solidFill>
                  <a:srgbClr val="FF0000"/>
                </a:solidFill>
                <a:latin typeface="Cambria" pitchFamily="18" charset="0"/>
                <a:ea typeface="Cambria" pitchFamily="18" charset="0"/>
              </a:rPr>
              <a:t>Operating </a:t>
            </a:r>
            <a:r>
              <a:rPr lang="en-US" altLang="en-US" sz="2600" b="1" dirty="0">
                <a:solidFill>
                  <a:srgbClr val="FF0000"/>
                </a:solidFill>
                <a:latin typeface="Cambria" pitchFamily="18" charset="0"/>
                <a:ea typeface="Cambria" pitchFamily="18" charset="0"/>
              </a:rPr>
              <a:t>system</a:t>
            </a:r>
          </a:p>
          <a:p>
            <a:pPr lvl="2" eaLnBrk="1" fontAlgn="auto" hangingPunct="1">
              <a:spcAft>
                <a:spcPts val="0"/>
              </a:spcAft>
              <a:defRPr/>
            </a:pPr>
            <a:r>
              <a:rPr lang="en-US" altLang="en-US" sz="1800" b="1" dirty="0">
                <a:latin typeface="Cambria" pitchFamily="18" charset="0"/>
                <a:ea typeface="Cambria" pitchFamily="18" charset="0"/>
              </a:rPr>
              <a:t>Controls and coordinates use of hardware among various applications and users</a:t>
            </a:r>
          </a:p>
          <a:p>
            <a:pPr lvl="1" eaLnBrk="1" fontAlgn="auto" hangingPunct="1">
              <a:spcAft>
                <a:spcPts val="0"/>
              </a:spcAft>
              <a:defRPr/>
            </a:pPr>
            <a:endParaRPr lang="en-US" altLang="en-US" sz="2600" b="1" dirty="0" smtClean="0">
              <a:solidFill>
                <a:srgbClr val="FF0000"/>
              </a:solidFill>
              <a:latin typeface="Cambria" pitchFamily="18" charset="0"/>
              <a:ea typeface="Cambria" pitchFamily="18" charset="0"/>
            </a:endParaRPr>
          </a:p>
          <a:p>
            <a:pPr lvl="1" eaLnBrk="1" fontAlgn="auto" hangingPunct="1">
              <a:spcAft>
                <a:spcPts val="0"/>
              </a:spcAft>
              <a:defRPr/>
            </a:pPr>
            <a:r>
              <a:rPr lang="en-US" altLang="en-US" sz="2600" b="1" dirty="0" smtClean="0">
                <a:solidFill>
                  <a:srgbClr val="FF0000"/>
                </a:solidFill>
                <a:latin typeface="Cambria" pitchFamily="18" charset="0"/>
                <a:ea typeface="Cambria" pitchFamily="18" charset="0"/>
              </a:rPr>
              <a:t>Application </a:t>
            </a:r>
            <a:r>
              <a:rPr lang="en-US" altLang="en-US" sz="2600" b="1" dirty="0">
                <a:solidFill>
                  <a:srgbClr val="FF0000"/>
                </a:solidFill>
                <a:latin typeface="Cambria" pitchFamily="18" charset="0"/>
                <a:ea typeface="Cambria" pitchFamily="18" charset="0"/>
              </a:rPr>
              <a:t>programs </a:t>
            </a:r>
            <a:r>
              <a:rPr lang="en-US" altLang="en-US" sz="1800" b="1" dirty="0">
                <a:latin typeface="Cambria" pitchFamily="18" charset="0"/>
                <a:ea typeface="Cambria" pitchFamily="18" charset="0"/>
              </a:rPr>
              <a:t>– define the ways in which the system resources are used </a:t>
            </a:r>
            <a:r>
              <a:rPr lang="en-US" altLang="en-US" sz="1800" b="1" dirty="0">
                <a:solidFill>
                  <a:srgbClr val="00B050"/>
                </a:solidFill>
                <a:latin typeface="Cambria" pitchFamily="18" charset="0"/>
                <a:ea typeface="Cambria" pitchFamily="18" charset="0"/>
              </a:rPr>
              <a:t>to solve the computing problems of the users.</a:t>
            </a:r>
          </a:p>
          <a:p>
            <a:pPr lvl="2" eaLnBrk="1" fontAlgn="auto" hangingPunct="1">
              <a:spcAft>
                <a:spcPts val="0"/>
              </a:spcAft>
              <a:defRPr/>
            </a:pPr>
            <a:r>
              <a:rPr lang="en-US" altLang="en-US" sz="1800" b="1" dirty="0" err="1" smtClean="0">
                <a:latin typeface="Cambria" pitchFamily="18" charset="0"/>
                <a:ea typeface="Cambria" pitchFamily="18" charset="0"/>
              </a:rPr>
              <a:t>Eg</a:t>
            </a:r>
            <a:r>
              <a:rPr lang="en-US" altLang="en-US" sz="1800" b="1" dirty="0" smtClean="0">
                <a:latin typeface="Cambria" pitchFamily="18" charset="0"/>
                <a:ea typeface="Cambria" pitchFamily="18" charset="0"/>
              </a:rPr>
              <a:t>: Word </a:t>
            </a:r>
            <a:r>
              <a:rPr lang="en-US" altLang="en-US" sz="1800" b="1" dirty="0">
                <a:latin typeface="Cambria" pitchFamily="18" charset="0"/>
                <a:ea typeface="Cambria" pitchFamily="18" charset="0"/>
              </a:rPr>
              <a:t>processors, web browsers, database systems, video games</a:t>
            </a:r>
          </a:p>
          <a:p>
            <a:pPr lvl="1" eaLnBrk="1" fontAlgn="auto" hangingPunct="1">
              <a:spcAft>
                <a:spcPts val="0"/>
              </a:spcAft>
              <a:defRPr/>
            </a:pPr>
            <a:endParaRPr lang="en-US" altLang="en-US" sz="2600" b="1" dirty="0" smtClean="0">
              <a:solidFill>
                <a:srgbClr val="FF0000"/>
              </a:solidFill>
              <a:latin typeface="Cambria" pitchFamily="18" charset="0"/>
              <a:ea typeface="Cambria" pitchFamily="18" charset="0"/>
            </a:endParaRPr>
          </a:p>
          <a:p>
            <a:pPr lvl="1" eaLnBrk="1" fontAlgn="auto" hangingPunct="1">
              <a:spcAft>
                <a:spcPts val="0"/>
              </a:spcAft>
              <a:defRPr/>
            </a:pPr>
            <a:r>
              <a:rPr lang="en-US" altLang="en-US" sz="2600" b="1" dirty="0" smtClean="0">
                <a:solidFill>
                  <a:srgbClr val="FF0000"/>
                </a:solidFill>
                <a:latin typeface="Cambria" pitchFamily="18" charset="0"/>
                <a:ea typeface="Cambria" pitchFamily="18" charset="0"/>
              </a:rPr>
              <a:t>Users</a:t>
            </a:r>
            <a:endParaRPr lang="en-US" altLang="en-US" sz="2600" b="1" dirty="0">
              <a:solidFill>
                <a:srgbClr val="FF0000"/>
              </a:solidFill>
              <a:latin typeface="Cambria" pitchFamily="18" charset="0"/>
              <a:ea typeface="Cambria" pitchFamily="18" charset="0"/>
            </a:endParaRPr>
          </a:p>
          <a:p>
            <a:pPr lvl="2" eaLnBrk="1" fontAlgn="auto" hangingPunct="1">
              <a:spcAft>
                <a:spcPts val="0"/>
              </a:spcAft>
              <a:defRPr/>
            </a:pPr>
            <a:r>
              <a:rPr lang="en-US" altLang="en-US" sz="1800" b="1" dirty="0">
                <a:latin typeface="Cambria" pitchFamily="18" charset="0"/>
                <a:ea typeface="Cambria" pitchFamily="18" charset="0"/>
              </a:rPr>
              <a:t>People, machines, other computers</a:t>
            </a:r>
          </a:p>
        </p:txBody>
      </p:sp>
    </p:spTree>
    <p:extLst>
      <p:ext uri="{BB962C8B-B14F-4D97-AF65-F5344CB8AC3E}">
        <p14:creationId xmlns="" xmlns:p14="http://schemas.microsoft.com/office/powerpoint/2010/main" val="106232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1">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7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71">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171">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171">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7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140" y="304800"/>
            <a:ext cx="2819033" cy="838200"/>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smtClean="0">
                <a:ln>
                  <a:noFill/>
                </a:ln>
                <a:solidFill>
                  <a:srgbClr val="FF0000"/>
                </a:solidFill>
                <a:effectLst/>
                <a:uLnTx/>
                <a:uFillTx/>
                <a:latin typeface="Cambria" pitchFamily="18" charset="0"/>
                <a:ea typeface="Cambria" pitchFamily="18" charset="0"/>
                <a:cs typeface="+mj-cs"/>
              </a:rPr>
              <a:t>Lecture 2</a:t>
            </a:r>
            <a:endParaRPr kumimoji="0" lang="en-US" sz="3200" b="1" i="0" u="none" strike="noStrike" kern="0" cap="none" spc="0" normalizeH="0" baseline="0" noProof="0" dirty="0">
              <a:ln>
                <a:noFill/>
              </a:ln>
              <a:solidFill>
                <a:srgbClr val="FF0000"/>
              </a:solidFill>
              <a:effectLst/>
              <a:uLnTx/>
              <a:uFillTx/>
              <a:latin typeface="Cambria" pitchFamily="18" charset="0"/>
              <a:ea typeface="Cambria" pitchFamily="18" charset="0"/>
              <a:cs typeface="+mj-cs"/>
            </a:endParaRPr>
          </a:p>
        </p:txBody>
      </p:sp>
      <p:sp>
        <p:nvSpPr>
          <p:cNvPr id="3" name="Rectangle 1"/>
          <p:cNvSpPr>
            <a:spLocks noChangeArrowheads="1"/>
          </p:cNvSpPr>
          <p:nvPr/>
        </p:nvSpPr>
        <p:spPr bwMode="auto">
          <a:xfrm>
            <a:off x="380166" y="1214422"/>
            <a:ext cx="11644394" cy="1938992"/>
          </a:xfrm>
          <a:prstGeom prst="rect">
            <a:avLst/>
          </a:prstGeom>
          <a:noFill/>
          <a:ln w="28575">
            <a:solidFill>
              <a:schemeClr val="accent5">
                <a:lumMod val="7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3200" b="1" dirty="0" smtClean="0">
                <a:latin typeface="Cambria" pitchFamily="18" charset="0"/>
                <a:ea typeface="Cambria" pitchFamily="18" charset="0"/>
                <a:cs typeface="Arial" pitchFamily="34" charset="0"/>
              </a:rPr>
              <a:t>Functions and Examples of Operating Systems</a:t>
            </a:r>
          </a:p>
          <a:p>
            <a:pPr lvl="0" algn="ctr" fontAlgn="base">
              <a:spcBef>
                <a:spcPct val="0"/>
              </a:spcBef>
              <a:spcAft>
                <a:spcPct val="0"/>
              </a:spcAft>
            </a:pPr>
            <a:endParaRPr lang="en-US" sz="3200" b="1" dirty="0" smtClean="0">
              <a:latin typeface="Cambria" pitchFamily="18" charset="0"/>
              <a:ea typeface="Cambria" pitchFamily="18" charset="0"/>
              <a:cs typeface="Arial" pitchFamily="34" charset="0"/>
            </a:endParaRPr>
          </a:p>
          <a:p>
            <a:pPr lvl="0" fontAlgn="base">
              <a:spcBef>
                <a:spcPct val="0"/>
              </a:spcBef>
              <a:spcAft>
                <a:spcPct val="0"/>
              </a:spcAft>
            </a:pPr>
            <a:r>
              <a:rPr lang="en-US" sz="2800" b="1" dirty="0" smtClean="0">
                <a:solidFill>
                  <a:srgbClr val="7030A0"/>
                </a:solidFill>
                <a:latin typeface="Cambria" pitchFamily="18" charset="0"/>
                <a:ea typeface="Cambria" pitchFamily="18" charset="0"/>
                <a:cs typeface="Arial" pitchFamily="34" charset="0"/>
              </a:rPr>
              <a:t>LO1: How does an OS act as an interface between user and hardware?</a:t>
            </a:r>
          </a:p>
          <a:p>
            <a:pPr lvl="0" fontAlgn="base">
              <a:spcBef>
                <a:spcPct val="0"/>
              </a:spcBef>
              <a:spcAft>
                <a:spcPct val="0"/>
              </a:spcAft>
            </a:pPr>
            <a:r>
              <a:rPr lang="en-US" sz="2800" b="1" dirty="0" smtClean="0">
                <a:solidFill>
                  <a:srgbClr val="7030A0"/>
                </a:solidFill>
                <a:latin typeface="Cambria" pitchFamily="18" charset="0"/>
                <a:ea typeface="Cambria" pitchFamily="18" charset="0"/>
                <a:cs typeface="Arial" pitchFamily="34" charset="0"/>
              </a:rPr>
              <a:t>LO2: Name any four major functions of an Operating System.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609521" y="152411"/>
            <a:ext cx="10971372" cy="430887"/>
          </a:xfrm>
          <a:ln>
            <a:solidFill>
              <a:schemeClr val="accent1"/>
            </a:solidFill>
          </a:ln>
        </p:spPr>
        <p:txBody>
          <a:bodyPr/>
          <a:lstStyle/>
          <a:p>
            <a:pPr algn="ctr" eaLnBrk="1" fontAlgn="auto" hangingPunct="1">
              <a:spcAft>
                <a:spcPts val="0"/>
              </a:spcAft>
              <a:defRPr/>
            </a:pPr>
            <a:r>
              <a:rPr lang="en-US" altLang="en-US" sz="2800" dirty="0"/>
              <a:t>Four Components of a Computer System</a:t>
            </a:r>
          </a:p>
        </p:txBody>
      </p:sp>
      <p:pic>
        <p:nvPicPr>
          <p:cNvPr id="21507" name="Picture 4"/>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308728" y="914411"/>
            <a:ext cx="11358641" cy="5514985"/>
          </a:xfrm>
          <a:prstGeom prst="rect">
            <a:avLst/>
          </a:prstGeom>
          <a:noFill/>
          <a:ln w="9525">
            <a:solidFill>
              <a:schemeClr val="accent1"/>
            </a:solidFill>
            <a:miter lim="800000"/>
            <a:headEnd/>
            <a:tailEnd/>
          </a:ln>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089002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4068551" y="213473"/>
            <a:ext cx="4053312" cy="695325"/>
          </a:xfrm>
          <a:prstGeom prst="rect">
            <a:avLst/>
          </a:prstGeom>
        </p:spPr>
        <p:txBody>
          <a:bodyPr vert="horz" wrap="square" lIns="0" tIns="12065" rIns="0" bIns="0" rtlCol="0">
            <a:spAutoFit/>
          </a:bodyPr>
          <a:lstStyle/>
          <a:p>
            <a:pPr marL="12700" algn="ctr">
              <a:lnSpc>
                <a:spcPct val="100000"/>
              </a:lnSpc>
              <a:spcBef>
                <a:spcPts val="95"/>
              </a:spcBef>
            </a:pPr>
            <a:r>
              <a:rPr sz="4400" spc="-15" dirty="0">
                <a:latin typeface="Cambria" pitchFamily="18" charset="0"/>
                <a:ea typeface="Cambria" pitchFamily="18" charset="0"/>
                <a:cs typeface="Caladea"/>
              </a:rPr>
              <a:t>Introduction</a:t>
            </a:r>
            <a:endParaRPr sz="4400" dirty="0">
              <a:latin typeface="Cambria" pitchFamily="18" charset="0"/>
              <a:ea typeface="Cambria" pitchFamily="18" charset="0"/>
              <a:cs typeface="Caladea"/>
            </a:endParaRPr>
          </a:p>
        </p:txBody>
      </p:sp>
      <p:sp>
        <p:nvSpPr>
          <p:cNvPr id="3" name="object 3"/>
          <p:cNvSpPr txBox="1"/>
          <p:nvPr/>
        </p:nvSpPr>
        <p:spPr>
          <a:xfrm>
            <a:off x="7809718" y="2700848"/>
            <a:ext cx="4273355" cy="1528624"/>
          </a:xfrm>
          <a:prstGeom prst="rect">
            <a:avLst/>
          </a:prstGeom>
        </p:spPr>
        <p:txBody>
          <a:bodyPr vert="horz" wrap="square" lIns="0" tIns="12700" rIns="0" bIns="0" rtlCol="0">
            <a:spAutoFit/>
          </a:bodyPr>
          <a:lstStyle/>
          <a:p>
            <a:pPr marL="241300" indent="-228600">
              <a:lnSpc>
                <a:spcPts val="2050"/>
              </a:lnSpc>
              <a:spcBef>
                <a:spcPts val="100"/>
              </a:spcBef>
              <a:buFont typeface="Arial"/>
              <a:buChar char="•"/>
              <a:tabLst>
                <a:tab pos="240665" algn="l"/>
                <a:tab pos="241300" algn="l"/>
              </a:tabLst>
            </a:pPr>
            <a:r>
              <a:rPr sz="1800" b="1" spc="-5" dirty="0">
                <a:latin typeface="Cambria" pitchFamily="18" charset="0"/>
                <a:ea typeface="Cambria" pitchFamily="18" charset="0"/>
                <a:cs typeface="Caladea"/>
              </a:rPr>
              <a:t>A computer</a:t>
            </a:r>
            <a:r>
              <a:rPr sz="1800" b="1" spc="-30" dirty="0">
                <a:latin typeface="Cambria" pitchFamily="18" charset="0"/>
                <a:ea typeface="Cambria" pitchFamily="18" charset="0"/>
                <a:cs typeface="Caladea"/>
              </a:rPr>
              <a:t> </a:t>
            </a:r>
            <a:r>
              <a:rPr sz="1800" b="1" spc="-20" dirty="0">
                <a:latin typeface="Cambria" pitchFamily="18" charset="0"/>
                <a:ea typeface="Cambria" pitchFamily="18" charset="0"/>
                <a:cs typeface="Caladea"/>
              </a:rPr>
              <a:t>system</a:t>
            </a:r>
            <a:r>
              <a:rPr lang="en-GB" sz="1800" b="1" spc="-20" dirty="0">
                <a:latin typeface="Cambria" pitchFamily="18" charset="0"/>
                <a:ea typeface="Cambria" pitchFamily="18" charset="0"/>
                <a:cs typeface="Caladea"/>
              </a:rPr>
              <a:t> </a:t>
            </a:r>
            <a:r>
              <a:rPr sz="1800" b="1" spc="-5" dirty="0">
                <a:latin typeface="Cambria" pitchFamily="18" charset="0"/>
                <a:ea typeface="Cambria" pitchFamily="18" charset="0"/>
                <a:cs typeface="Caladea"/>
              </a:rPr>
              <a:t>consists</a:t>
            </a:r>
            <a:r>
              <a:rPr sz="1800" b="1" spc="15" dirty="0">
                <a:latin typeface="Cambria" pitchFamily="18" charset="0"/>
                <a:ea typeface="Cambria" pitchFamily="18" charset="0"/>
                <a:cs typeface="Caladea"/>
              </a:rPr>
              <a:t> </a:t>
            </a:r>
            <a:r>
              <a:rPr sz="1800" b="1" dirty="0">
                <a:latin typeface="Cambria" pitchFamily="18" charset="0"/>
                <a:ea typeface="Cambria" pitchFamily="18" charset="0"/>
                <a:cs typeface="Caladea"/>
              </a:rPr>
              <a:t>of</a:t>
            </a:r>
            <a:endParaRPr sz="1800" dirty="0">
              <a:latin typeface="Cambria" pitchFamily="18" charset="0"/>
              <a:ea typeface="Cambria" pitchFamily="18" charset="0"/>
              <a:cs typeface="Caladea"/>
            </a:endParaRPr>
          </a:p>
          <a:p>
            <a:pPr marL="698500" lvl="1" indent="-229235">
              <a:lnSpc>
                <a:spcPct val="100000"/>
              </a:lnSpc>
              <a:spcBef>
                <a:spcPts val="285"/>
              </a:spcBef>
              <a:buFont typeface="Arial"/>
              <a:buChar char="•"/>
              <a:tabLst>
                <a:tab pos="698500" algn="l"/>
                <a:tab pos="699135" algn="l"/>
              </a:tabLst>
            </a:pPr>
            <a:r>
              <a:rPr lang="en-IN" b="1" spc="-5" dirty="0">
                <a:latin typeface="Cambria" pitchFamily="18" charset="0"/>
                <a:ea typeface="Cambria" pitchFamily="18" charset="0"/>
                <a:cs typeface="Caladea"/>
              </a:rPr>
              <a:t>ap</a:t>
            </a:r>
            <a:r>
              <a:rPr lang="en-IN" b="1" spc="5" dirty="0">
                <a:latin typeface="Cambria" pitchFamily="18" charset="0"/>
                <a:ea typeface="Cambria" pitchFamily="18" charset="0"/>
                <a:cs typeface="Caladea"/>
              </a:rPr>
              <a:t>p</a:t>
            </a:r>
            <a:r>
              <a:rPr lang="en-IN" b="1" spc="-5" dirty="0">
                <a:latin typeface="Cambria" pitchFamily="18" charset="0"/>
                <a:ea typeface="Cambria" pitchFamily="18" charset="0"/>
                <a:cs typeface="Caladea"/>
              </a:rPr>
              <a:t>l</a:t>
            </a:r>
            <a:r>
              <a:rPr lang="en-IN" b="1" spc="5" dirty="0">
                <a:latin typeface="Cambria" pitchFamily="18" charset="0"/>
                <a:ea typeface="Cambria" pitchFamily="18" charset="0"/>
                <a:cs typeface="Caladea"/>
              </a:rPr>
              <a:t>i</a:t>
            </a:r>
            <a:r>
              <a:rPr lang="en-IN" b="1" spc="-5" dirty="0">
                <a:latin typeface="Cambria" pitchFamily="18" charset="0"/>
                <a:ea typeface="Cambria" pitchFamily="18" charset="0"/>
                <a:cs typeface="Caladea"/>
              </a:rPr>
              <a:t>c</a:t>
            </a:r>
            <a:r>
              <a:rPr lang="en-IN" b="1" spc="-15" dirty="0">
                <a:latin typeface="Cambria" pitchFamily="18" charset="0"/>
                <a:ea typeface="Cambria" pitchFamily="18" charset="0"/>
                <a:cs typeface="Caladea"/>
              </a:rPr>
              <a:t>a</a:t>
            </a:r>
            <a:r>
              <a:rPr lang="en-IN" b="1" spc="-10" dirty="0">
                <a:latin typeface="Cambria" pitchFamily="18" charset="0"/>
                <a:ea typeface="Cambria" pitchFamily="18" charset="0"/>
                <a:cs typeface="Caladea"/>
              </a:rPr>
              <a:t>t</a:t>
            </a:r>
            <a:r>
              <a:rPr lang="en-IN" b="1" spc="5" dirty="0">
                <a:latin typeface="Cambria" pitchFamily="18" charset="0"/>
                <a:ea typeface="Cambria" pitchFamily="18" charset="0"/>
                <a:cs typeface="Caladea"/>
              </a:rPr>
              <a:t>i</a:t>
            </a:r>
            <a:r>
              <a:rPr lang="en-IN" b="1" dirty="0">
                <a:latin typeface="Cambria" pitchFamily="18" charset="0"/>
                <a:ea typeface="Cambria" pitchFamily="18" charset="0"/>
                <a:cs typeface="Caladea"/>
              </a:rPr>
              <a:t>o</a:t>
            </a:r>
            <a:r>
              <a:rPr lang="en-IN" b="1" spc="-5" dirty="0">
                <a:latin typeface="Cambria" pitchFamily="18" charset="0"/>
                <a:ea typeface="Cambria" pitchFamily="18" charset="0"/>
                <a:cs typeface="Caladea"/>
              </a:rPr>
              <a:t>n  </a:t>
            </a:r>
            <a:r>
              <a:rPr lang="en-IN" b="1" spc="-10" dirty="0">
                <a:latin typeface="Cambria" pitchFamily="18" charset="0"/>
                <a:ea typeface="Cambria" pitchFamily="18" charset="0"/>
                <a:cs typeface="Caladea"/>
              </a:rPr>
              <a:t>programs</a:t>
            </a:r>
          </a:p>
          <a:p>
            <a:pPr marL="698500" lvl="1" indent="-229235">
              <a:lnSpc>
                <a:spcPct val="100000"/>
              </a:lnSpc>
              <a:spcBef>
                <a:spcPts val="285"/>
              </a:spcBef>
              <a:buFont typeface="Arial"/>
              <a:buChar char="•"/>
              <a:tabLst>
                <a:tab pos="698500" algn="l"/>
                <a:tab pos="699135" algn="l"/>
              </a:tabLst>
            </a:pPr>
            <a:r>
              <a:rPr sz="1800" b="1" spc="-20" dirty="0">
                <a:latin typeface="Cambria" pitchFamily="18" charset="0"/>
                <a:ea typeface="Cambria" pitchFamily="18" charset="0"/>
                <a:cs typeface="Caladea"/>
              </a:rPr>
              <a:t>system</a:t>
            </a:r>
            <a:r>
              <a:rPr sz="1800" b="1" spc="-35" dirty="0">
                <a:latin typeface="Cambria" pitchFamily="18" charset="0"/>
                <a:ea typeface="Cambria" pitchFamily="18" charset="0"/>
                <a:cs typeface="Caladea"/>
              </a:rPr>
              <a:t> </a:t>
            </a:r>
            <a:r>
              <a:rPr sz="1800" b="1" spc="-10" dirty="0">
                <a:latin typeface="Cambria" pitchFamily="18" charset="0"/>
                <a:ea typeface="Cambria" pitchFamily="18" charset="0"/>
                <a:cs typeface="Caladea"/>
              </a:rPr>
              <a:t>programs</a:t>
            </a:r>
            <a:endParaRPr sz="1800" dirty="0">
              <a:latin typeface="Cambria" pitchFamily="18" charset="0"/>
              <a:ea typeface="Cambria" pitchFamily="18" charset="0"/>
              <a:cs typeface="Caladea"/>
            </a:endParaRPr>
          </a:p>
          <a:p>
            <a:pPr marL="698500" marR="617220" lvl="1" indent="-229235">
              <a:lnSpc>
                <a:spcPts val="1939"/>
              </a:lnSpc>
              <a:spcBef>
                <a:spcPts val="515"/>
              </a:spcBef>
              <a:buFont typeface="Arial"/>
              <a:buChar char="•"/>
              <a:tabLst>
                <a:tab pos="698500" algn="l"/>
                <a:tab pos="699135" algn="l"/>
              </a:tabLst>
            </a:pPr>
            <a:r>
              <a:rPr lang="en-IN" b="1" spc="-15" dirty="0">
                <a:latin typeface="Cambria" pitchFamily="18" charset="0"/>
                <a:ea typeface="Cambria" pitchFamily="18" charset="0"/>
                <a:cs typeface="Caladea"/>
              </a:rPr>
              <a:t>hardware</a:t>
            </a:r>
            <a:endParaRPr lang="en-IN" dirty="0">
              <a:latin typeface="Cambria" pitchFamily="18" charset="0"/>
              <a:ea typeface="Cambria" pitchFamily="18" charset="0"/>
              <a:cs typeface="Caladea"/>
            </a:endParaRPr>
          </a:p>
          <a:p>
            <a:pPr marL="698500" marR="617220" lvl="1" indent="-229235">
              <a:lnSpc>
                <a:spcPts val="1939"/>
              </a:lnSpc>
              <a:spcBef>
                <a:spcPts val="515"/>
              </a:spcBef>
              <a:buFont typeface="Arial"/>
              <a:buChar char="•"/>
              <a:tabLst>
                <a:tab pos="698500" algn="l"/>
                <a:tab pos="699135" algn="l"/>
              </a:tabLst>
            </a:pPr>
            <a:endParaRPr sz="1800" dirty="0">
              <a:latin typeface="Cambria" pitchFamily="18" charset="0"/>
              <a:ea typeface="Cambria" pitchFamily="18" charset="0"/>
              <a:cs typeface="Caladea"/>
            </a:endParaRPr>
          </a:p>
        </p:txBody>
      </p:sp>
      <p:sp>
        <p:nvSpPr>
          <p:cNvPr id="4" name="object 4"/>
          <p:cNvSpPr/>
          <p:nvPr/>
        </p:nvSpPr>
        <p:spPr>
          <a:xfrm>
            <a:off x="308728" y="1214422"/>
            <a:ext cx="7572428" cy="5009973"/>
          </a:xfrm>
          <a:prstGeom prst="rect">
            <a:avLst/>
          </a:prstGeom>
          <a:blipFill>
            <a:blip r:embed="rId2" cstate="print"/>
            <a:stretch>
              <a:fillRect/>
            </a:stretch>
          </a:blipFill>
          <a:ln>
            <a:solidFill>
              <a:schemeClr val="accent1"/>
            </a:solidFill>
          </a:ln>
        </p:spPr>
        <p:txBody>
          <a:bodyPr wrap="square" lIns="0" tIns="0" rIns="0" bIns="0" rtlCol="0"/>
          <a:lstStyle/>
          <a:p>
            <a:endParaRPr>
              <a:latin typeface="Cambria" pitchFamily="18" charset="0"/>
              <a:ea typeface="Cambria" pitchFamily="18" charset="0"/>
            </a:endParaRPr>
          </a:p>
        </p:txBody>
      </p:sp>
      <p:sp>
        <p:nvSpPr>
          <p:cNvPr id="6" name="object 6"/>
          <p:cNvSpPr txBox="1"/>
          <p:nvPr/>
        </p:nvSpPr>
        <p:spPr>
          <a:xfrm>
            <a:off x="11727516" y="6508812"/>
            <a:ext cx="363173" cy="205184"/>
          </a:xfrm>
          <a:prstGeom prst="rect">
            <a:avLst/>
          </a:prstGeom>
        </p:spPr>
        <p:txBody>
          <a:bodyPr vert="horz" wrap="square" lIns="0" tIns="0" rIns="0" bIns="0" rtlCol="0">
            <a:spAutoFit/>
          </a:bodyPr>
          <a:lstStyle/>
          <a:p>
            <a:pPr marL="38100">
              <a:lnSpc>
                <a:spcPts val="1639"/>
              </a:lnSpc>
            </a:pPr>
            <a:endParaRPr sz="1400" dirty="0">
              <a:latin typeface="Cambria" pitchFamily="18" charset="0"/>
              <a:ea typeface="Cambria" pitchFamily="18" charset="0"/>
              <a:cs typeface="Arial"/>
            </a:endParaRPr>
          </a:p>
        </p:txBody>
      </p:sp>
      <p:sp>
        <p:nvSpPr>
          <p:cNvPr id="7" name="Rectangle 6"/>
          <p:cNvSpPr/>
          <p:nvPr/>
        </p:nvSpPr>
        <p:spPr>
          <a:xfrm>
            <a:off x="2237554" y="2500306"/>
            <a:ext cx="1015868"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latin typeface="Cambria" pitchFamily="18" charset="0"/>
                <a:ea typeface="Cambria" pitchFamily="18" charset="0"/>
              </a:rPr>
              <a:t>BIOS s/w</a:t>
            </a:r>
            <a:endParaRPr lang="en-IN" sz="1400" b="1" dirty="0">
              <a:solidFill>
                <a:schemeClr val="tx1"/>
              </a:solidFill>
              <a:latin typeface="Cambria" pitchFamily="18" charset="0"/>
              <a:ea typeface="Cambria"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837346" y="76211"/>
            <a:ext cx="10515722" cy="695325"/>
          </a:xfrm>
          <a:prstGeom prst="rect">
            <a:avLst/>
          </a:prstGeom>
        </p:spPr>
        <p:txBody>
          <a:bodyPr vert="horz" wrap="square" lIns="0" tIns="12065" rIns="0" bIns="0" rtlCol="0">
            <a:spAutoFit/>
          </a:bodyPr>
          <a:lstStyle/>
          <a:p>
            <a:pPr marL="12700" algn="ctr">
              <a:lnSpc>
                <a:spcPct val="100000"/>
              </a:lnSpc>
              <a:spcBef>
                <a:spcPts val="95"/>
              </a:spcBef>
            </a:pPr>
            <a:r>
              <a:rPr sz="4400" spc="-65" dirty="0">
                <a:latin typeface="Cambria" pitchFamily="18" charset="0"/>
                <a:ea typeface="Cambria" pitchFamily="18" charset="0"/>
                <a:cs typeface="Caladea"/>
              </a:rPr>
              <a:t>Two </a:t>
            </a:r>
            <a:r>
              <a:rPr sz="4400" spc="-10" dirty="0">
                <a:latin typeface="Cambria" pitchFamily="18" charset="0"/>
                <a:ea typeface="Cambria" pitchFamily="18" charset="0"/>
                <a:cs typeface="Caladea"/>
              </a:rPr>
              <a:t>View</a:t>
            </a:r>
            <a:r>
              <a:rPr sz="4400" spc="35" dirty="0">
                <a:latin typeface="Cambria" pitchFamily="18" charset="0"/>
                <a:ea typeface="Cambria" pitchFamily="18" charset="0"/>
                <a:cs typeface="Caladea"/>
              </a:rPr>
              <a:t> </a:t>
            </a:r>
            <a:r>
              <a:rPr sz="4400" spc="-10" dirty="0">
                <a:latin typeface="Cambria" pitchFamily="18" charset="0"/>
                <a:ea typeface="Cambria" pitchFamily="18" charset="0"/>
                <a:cs typeface="Caladea"/>
              </a:rPr>
              <a:t>points</a:t>
            </a:r>
            <a:endParaRPr sz="4400" dirty="0">
              <a:latin typeface="Cambria" pitchFamily="18" charset="0"/>
              <a:ea typeface="Cambria" pitchFamily="18" charset="0"/>
              <a:cs typeface="Caladea"/>
            </a:endParaRPr>
          </a:p>
        </p:txBody>
      </p:sp>
      <p:sp>
        <p:nvSpPr>
          <p:cNvPr id="5" name="object 5"/>
          <p:cNvSpPr txBox="1"/>
          <p:nvPr/>
        </p:nvSpPr>
        <p:spPr>
          <a:xfrm>
            <a:off x="11727516" y="6508812"/>
            <a:ext cx="363173" cy="205184"/>
          </a:xfrm>
          <a:prstGeom prst="rect">
            <a:avLst/>
          </a:prstGeom>
        </p:spPr>
        <p:txBody>
          <a:bodyPr vert="horz" wrap="square" lIns="0" tIns="0" rIns="0" bIns="0" rtlCol="0">
            <a:spAutoFit/>
          </a:bodyPr>
          <a:lstStyle/>
          <a:p>
            <a:pPr marL="38100">
              <a:lnSpc>
                <a:spcPts val="1639"/>
              </a:lnSpc>
            </a:pPr>
            <a:fld id="{81D60167-4931-47E6-BA6A-407CBD079E47}" type="slidenum">
              <a:rPr sz="1400" b="1" spc="-5" dirty="0">
                <a:latin typeface="Cambria" pitchFamily="18" charset="0"/>
                <a:ea typeface="Cambria" pitchFamily="18" charset="0"/>
                <a:cs typeface="Arial"/>
              </a:rPr>
              <a:pPr marL="38100">
                <a:lnSpc>
                  <a:spcPts val="1639"/>
                </a:lnSpc>
              </a:pPr>
              <a:t>15</a:t>
            </a:fld>
            <a:endParaRPr sz="1400">
              <a:latin typeface="Cambria" pitchFamily="18" charset="0"/>
              <a:ea typeface="Cambria" pitchFamily="18" charset="0"/>
              <a:cs typeface="Arial"/>
            </a:endParaRPr>
          </a:p>
        </p:txBody>
      </p:sp>
      <p:sp>
        <p:nvSpPr>
          <p:cNvPr id="3" name="object 3"/>
          <p:cNvSpPr txBox="1"/>
          <p:nvPr/>
        </p:nvSpPr>
        <p:spPr>
          <a:xfrm>
            <a:off x="202247" y="695336"/>
            <a:ext cx="11785927" cy="3864519"/>
          </a:xfrm>
          <a:prstGeom prst="rect">
            <a:avLst/>
          </a:prstGeom>
          <a:ln>
            <a:solidFill>
              <a:schemeClr val="accent1"/>
            </a:solidFill>
          </a:ln>
        </p:spPr>
        <p:txBody>
          <a:bodyPr vert="horz" wrap="square" lIns="0" tIns="47625" rIns="0" bIns="0" rtlCol="0">
            <a:spAutoFit/>
          </a:bodyPr>
          <a:lstStyle/>
          <a:p>
            <a:pPr marL="241300" indent="-229235">
              <a:buFont typeface="Arial"/>
              <a:buChar char="•"/>
              <a:tabLst>
                <a:tab pos="241935" algn="l"/>
              </a:tabLst>
            </a:pPr>
            <a:r>
              <a:rPr lang="en-US" sz="2800" dirty="0">
                <a:latin typeface="Cambria" pitchFamily="18" charset="0"/>
                <a:ea typeface="Cambria" pitchFamily="18" charset="0"/>
                <a:cs typeface="Caladea"/>
              </a:rPr>
              <a:t>An OS can be viewed in 2 ways</a:t>
            </a:r>
          </a:p>
          <a:p>
            <a:pPr marL="698500" lvl="1" indent="-229235">
              <a:buFont typeface="Arial"/>
              <a:buChar char="•"/>
              <a:tabLst>
                <a:tab pos="241935" algn="l"/>
              </a:tabLst>
            </a:pPr>
            <a:r>
              <a:rPr lang="en-US" sz="2400" dirty="0">
                <a:latin typeface="Cambria" pitchFamily="18" charset="0"/>
                <a:ea typeface="Cambria" pitchFamily="18" charset="0"/>
                <a:cs typeface="Caladea"/>
              </a:rPr>
              <a:t>User view </a:t>
            </a:r>
          </a:p>
          <a:p>
            <a:pPr marL="698500" lvl="1" indent="-229235">
              <a:buFont typeface="Arial"/>
              <a:buChar char="•"/>
              <a:tabLst>
                <a:tab pos="241935" algn="l"/>
              </a:tabLst>
            </a:pPr>
            <a:r>
              <a:rPr lang="en-US" sz="2400" dirty="0">
                <a:latin typeface="Cambria" pitchFamily="18" charset="0"/>
                <a:ea typeface="Cambria" pitchFamily="18" charset="0"/>
                <a:cs typeface="Caladea"/>
              </a:rPr>
              <a:t>System view</a:t>
            </a:r>
          </a:p>
          <a:p>
            <a:pPr marL="241300" indent="-229235">
              <a:buFont typeface="Arial"/>
              <a:buChar char="•"/>
              <a:tabLst>
                <a:tab pos="241935" algn="l"/>
              </a:tabLst>
            </a:pPr>
            <a:r>
              <a:rPr sz="2800" b="1" dirty="0">
                <a:latin typeface="Cambria" pitchFamily="18" charset="0"/>
                <a:ea typeface="Cambria" pitchFamily="18" charset="0"/>
                <a:cs typeface="Caladea"/>
              </a:rPr>
              <a:t>User</a:t>
            </a:r>
            <a:r>
              <a:rPr sz="2800" b="1" spc="-45" dirty="0">
                <a:latin typeface="Cambria" pitchFamily="18" charset="0"/>
                <a:ea typeface="Cambria" pitchFamily="18" charset="0"/>
                <a:cs typeface="Caladea"/>
              </a:rPr>
              <a:t> </a:t>
            </a:r>
            <a:r>
              <a:rPr sz="2800" b="1" spc="-5" dirty="0">
                <a:latin typeface="Cambria" pitchFamily="18" charset="0"/>
                <a:ea typeface="Cambria" pitchFamily="18" charset="0"/>
                <a:cs typeface="Caladea"/>
              </a:rPr>
              <a:t>view</a:t>
            </a:r>
            <a:endParaRPr sz="2800" dirty="0">
              <a:latin typeface="Cambria" pitchFamily="18" charset="0"/>
              <a:ea typeface="Cambria" pitchFamily="18" charset="0"/>
              <a:cs typeface="Caladea"/>
            </a:endParaRPr>
          </a:p>
          <a:p>
            <a:pPr marL="698500" lvl="1" indent="-229235">
              <a:buFont typeface="Arial"/>
              <a:buChar char="•"/>
              <a:tabLst>
                <a:tab pos="699135" algn="l"/>
              </a:tabLst>
            </a:pPr>
            <a:r>
              <a:rPr lang="en-US" sz="2400" dirty="0">
                <a:latin typeface="Cambria" pitchFamily="18" charset="0"/>
                <a:ea typeface="Cambria" pitchFamily="18" charset="0"/>
                <a:cs typeface="Caladea"/>
              </a:rPr>
              <a:t>Always, user wants their OS to provide a convenient manner i.e., </a:t>
            </a:r>
            <a:r>
              <a:rPr lang="en-US" sz="2400" b="1" dirty="0">
                <a:latin typeface="Cambria" pitchFamily="18" charset="0"/>
                <a:ea typeface="Cambria" pitchFamily="18" charset="0"/>
                <a:cs typeface="Caladea"/>
              </a:rPr>
              <a:t>ease of use. </a:t>
            </a:r>
          </a:p>
          <a:p>
            <a:pPr marL="698500" lvl="1" indent="-229235">
              <a:buFont typeface="Arial"/>
              <a:buChar char="•"/>
              <a:tabLst>
                <a:tab pos="699135" algn="l"/>
              </a:tabLst>
            </a:pPr>
            <a:r>
              <a:rPr lang="en-US" sz="2400" dirty="0">
                <a:latin typeface="Cambria" pitchFamily="18" charset="0"/>
                <a:ea typeface="Cambria" pitchFamily="18" charset="0"/>
                <a:cs typeface="Caladea"/>
              </a:rPr>
              <a:t>So, user view of the computer depends on the interface used i.e., either GUI or Command line.</a:t>
            </a:r>
          </a:p>
          <a:p>
            <a:pPr marL="698500" lvl="1" indent="-229235">
              <a:buFont typeface="Arial"/>
              <a:buChar char="•"/>
              <a:tabLst>
                <a:tab pos="699135" algn="l"/>
              </a:tabLst>
            </a:pPr>
            <a:r>
              <a:rPr lang="en-US" sz="2400" dirty="0">
                <a:latin typeface="Cambria" pitchFamily="18" charset="0"/>
                <a:ea typeface="Cambria" pitchFamily="18" charset="0"/>
                <a:cs typeface="Caladea"/>
              </a:rPr>
              <a:t>Some users may use PC’s. In this type, systems are designed so that only one user can utilize the resources &amp; mostly for ease of use where the attention is mainly on performances &amp; not on the resource utilization.</a:t>
            </a:r>
            <a:endParaRPr sz="2400" dirty="0">
              <a:latin typeface="Cambria" pitchFamily="18" charset="0"/>
              <a:ea typeface="Cambria" pitchFamily="18" charset="0"/>
              <a:cs typeface="Calad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17883" y="152411"/>
            <a:ext cx="9954657" cy="492443"/>
          </a:xfrm>
        </p:spPr>
        <p:txBody>
          <a:bodyPr/>
          <a:lstStyle/>
          <a:p>
            <a:pPr algn="ctr"/>
            <a:r>
              <a:rPr lang="en-US" sz="3200" dirty="0">
                <a:latin typeface="Cambria" pitchFamily="18" charset="0"/>
                <a:ea typeface="Cambria" pitchFamily="18" charset="0"/>
              </a:rPr>
              <a:t>User Vie</a:t>
            </a:r>
            <a:r>
              <a:rPr lang="en-US" dirty="0">
                <a:latin typeface="Cambria" pitchFamily="18" charset="0"/>
                <a:ea typeface="Cambria" pitchFamily="18" charset="0"/>
              </a:rPr>
              <a:t>w</a:t>
            </a:r>
          </a:p>
        </p:txBody>
      </p:sp>
      <p:sp>
        <p:nvSpPr>
          <p:cNvPr id="3" name="Text Placeholder 2"/>
          <p:cNvSpPr>
            <a:spLocks noGrp="1"/>
          </p:cNvSpPr>
          <p:nvPr>
            <p:ph type="body" idx="1"/>
          </p:nvPr>
        </p:nvSpPr>
        <p:spPr>
          <a:xfrm>
            <a:off x="406351" y="642918"/>
            <a:ext cx="10903829" cy="4708981"/>
          </a:xfrm>
          <a:ln>
            <a:solidFill>
              <a:schemeClr val="accent1"/>
            </a:solidFill>
          </a:ln>
        </p:spPr>
        <p:txBody>
          <a:bodyPr/>
          <a:lstStyle/>
          <a:p>
            <a:pPr marL="457200" indent="-457200" algn="just">
              <a:buFont typeface="Arial" panose="020B0604020202020204" pitchFamily="34" charset="0"/>
              <a:buChar char="•"/>
            </a:pPr>
            <a:r>
              <a:rPr lang="en-US" sz="2000" dirty="0">
                <a:latin typeface="Cambria" pitchFamily="18" charset="0"/>
                <a:ea typeface="Cambria" pitchFamily="18" charset="0"/>
              </a:rPr>
              <a:t>Some users may use terminals connected to mainframe or minicomputers. Some other users are accessing the same computer through other terminals</a:t>
            </a:r>
          </a:p>
          <a:p>
            <a:pPr marL="1200150" lvl="2" indent="-285750" algn="just">
              <a:buFont typeface="Arial" panose="020B0604020202020204" pitchFamily="34" charset="0"/>
              <a:buChar char="•"/>
            </a:pPr>
            <a:r>
              <a:rPr lang="en-US" dirty="0">
                <a:solidFill>
                  <a:schemeClr val="tx1"/>
                </a:solidFill>
                <a:latin typeface="Cambria" pitchFamily="18" charset="0"/>
                <a:ea typeface="Cambria" pitchFamily="18" charset="0"/>
                <a:cs typeface="Caladea"/>
              </a:rPr>
              <a:t>Here, users at different terminals may exchange information &amp; may share the resources</a:t>
            </a:r>
          </a:p>
          <a:p>
            <a:pPr marL="1200150" lvl="2" indent="-285750" algn="just">
              <a:buFont typeface="Arial" panose="020B0604020202020204" pitchFamily="34" charset="0"/>
              <a:buChar char="•"/>
            </a:pPr>
            <a:r>
              <a:rPr lang="en-US" dirty="0">
                <a:solidFill>
                  <a:schemeClr val="tx1"/>
                </a:solidFill>
                <a:latin typeface="Cambria" pitchFamily="18" charset="0"/>
                <a:ea typeface="Cambria" pitchFamily="18" charset="0"/>
                <a:cs typeface="Caladea"/>
              </a:rPr>
              <a:t>In this case, OS is designed to maximize resource </a:t>
            </a:r>
            <a:r>
              <a:rPr lang="en-US" dirty="0" smtClean="0">
                <a:solidFill>
                  <a:schemeClr val="tx1"/>
                </a:solidFill>
                <a:latin typeface="Cambria" pitchFamily="18" charset="0"/>
                <a:ea typeface="Cambria" pitchFamily="18" charset="0"/>
                <a:cs typeface="Caladea"/>
              </a:rPr>
              <a:t>utilization</a:t>
            </a:r>
          </a:p>
          <a:p>
            <a:pPr marL="1200150" lvl="2" indent="-285750" algn="just">
              <a:buFont typeface="Arial" panose="020B0604020202020204" pitchFamily="34" charset="0"/>
              <a:buChar char="•"/>
            </a:pPr>
            <a:endParaRPr lang="en-US" dirty="0">
              <a:solidFill>
                <a:schemeClr val="tx1"/>
              </a:solidFill>
              <a:latin typeface="Cambria" pitchFamily="18" charset="0"/>
              <a:ea typeface="Cambria" pitchFamily="18" charset="0"/>
              <a:cs typeface="Caladea"/>
            </a:endParaRPr>
          </a:p>
          <a:p>
            <a:pPr lvl="1" indent="-396875" algn="just">
              <a:buFont typeface="Arial" panose="020B0604020202020204" pitchFamily="34" charset="0"/>
              <a:buChar char="•"/>
            </a:pPr>
            <a:r>
              <a:rPr lang="en-US" sz="2000" dirty="0">
                <a:solidFill>
                  <a:schemeClr val="tx1"/>
                </a:solidFill>
                <a:latin typeface="Cambria" pitchFamily="18" charset="0"/>
                <a:ea typeface="Cambria" pitchFamily="18" charset="0"/>
              </a:rPr>
              <a:t>In other case, users may sit at workstations connected to networks of other workstations &amp; servers</a:t>
            </a:r>
            <a:r>
              <a:rPr lang="en-US" sz="2000" dirty="0">
                <a:latin typeface="Cambria" pitchFamily="18" charset="0"/>
                <a:ea typeface="Cambria" pitchFamily="18" charset="0"/>
              </a:rPr>
              <a:t>	</a:t>
            </a:r>
            <a:endParaRPr lang="en-US" sz="2000" dirty="0" smtClean="0">
              <a:latin typeface="Cambria" pitchFamily="18" charset="0"/>
              <a:ea typeface="Cambria" pitchFamily="18" charset="0"/>
            </a:endParaRPr>
          </a:p>
          <a:p>
            <a:pPr lvl="1" indent="-396875" algn="just"/>
            <a:endParaRPr lang="en-US" sz="2000" dirty="0">
              <a:latin typeface="Cambria" pitchFamily="18" charset="0"/>
              <a:ea typeface="Cambria" pitchFamily="18" charset="0"/>
            </a:endParaRPr>
          </a:p>
          <a:p>
            <a:pPr lvl="3" indent="-396875" algn="just">
              <a:buFont typeface="Arial" panose="020B0604020202020204" pitchFamily="34" charset="0"/>
              <a:buChar char="•"/>
            </a:pPr>
            <a:r>
              <a:rPr lang="en-US" dirty="0">
                <a:solidFill>
                  <a:schemeClr val="tx1"/>
                </a:solidFill>
                <a:latin typeface="Cambria" pitchFamily="18" charset="0"/>
                <a:ea typeface="Cambria" pitchFamily="18" charset="0"/>
                <a:cs typeface="Caladea"/>
              </a:rPr>
              <a:t>These users have dedicated resources at their end but they also share resources such as networking &amp; servers. Therefore their OS is designed to compromise between individual usability &amp; as well as resource </a:t>
            </a:r>
            <a:r>
              <a:rPr lang="en-US" dirty="0" smtClean="0">
                <a:solidFill>
                  <a:schemeClr val="tx1"/>
                </a:solidFill>
                <a:latin typeface="Cambria" pitchFamily="18" charset="0"/>
                <a:ea typeface="Cambria" pitchFamily="18" charset="0"/>
                <a:cs typeface="Caladea"/>
              </a:rPr>
              <a:t>utilization</a:t>
            </a:r>
          </a:p>
          <a:p>
            <a:pPr lvl="3" indent="-396875" algn="just">
              <a:buFont typeface="Arial" panose="020B0604020202020204" pitchFamily="34" charset="0"/>
              <a:buChar char="•"/>
            </a:pPr>
            <a:endParaRPr lang="en-US" dirty="0">
              <a:solidFill>
                <a:schemeClr val="tx1"/>
              </a:solidFill>
              <a:latin typeface="Cambria" pitchFamily="18" charset="0"/>
              <a:ea typeface="Cambria" pitchFamily="18" charset="0"/>
              <a:cs typeface="Caladea"/>
            </a:endParaRPr>
          </a:p>
          <a:p>
            <a:pPr marL="457200" lvl="2" indent="-334963" algn="just">
              <a:buFont typeface="Arial" panose="020B0604020202020204" pitchFamily="34" charset="0"/>
              <a:buChar char="•"/>
              <a:tabLst>
                <a:tab pos="122238" algn="l"/>
              </a:tabLst>
            </a:pPr>
            <a:r>
              <a:rPr lang="en-US" sz="2000" dirty="0">
                <a:solidFill>
                  <a:schemeClr val="tx1"/>
                </a:solidFill>
                <a:latin typeface="Cambria" pitchFamily="18" charset="0"/>
                <a:ea typeface="Cambria" pitchFamily="18" charset="0"/>
              </a:rPr>
              <a:t>But some computers have little user view or no user view at all. For example, embedded computers in home devices &amp; automobiles may have numeric keypads &amp; may turn indicator lights ON or OFF to show some status, but they &amp; their OS are designed primarily to run without user intervention</a:t>
            </a:r>
          </a:p>
        </p:txBody>
      </p:sp>
    </p:spTree>
    <p:extLst>
      <p:ext uri="{BB962C8B-B14F-4D97-AF65-F5344CB8AC3E}">
        <p14:creationId xmlns="" xmlns:p14="http://schemas.microsoft.com/office/powerpoint/2010/main" val="3927080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08794" y="285728"/>
            <a:ext cx="2151537" cy="307777"/>
          </a:xfrm>
        </p:spPr>
        <p:txBody>
          <a:bodyPr/>
          <a:lstStyle/>
          <a:p>
            <a:r>
              <a:rPr lang="en-IN" sz="2000" dirty="0">
                <a:latin typeface="Cambria" pitchFamily="18" charset="0"/>
                <a:ea typeface="Cambria" pitchFamily="18" charset="0"/>
              </a:rPr>
              <a:t>User view</a:t>
            </a:r>
          </a:p>
        </p:txBody>
      </p:sp>
      <p:sp>
        <p:nvSpPr>
          <p:cNvPr id="3" name="Content Placeholder 2"/>
          <p:cNvSpPr>
            <a:spLocks noGrp="1"/>
          </p:cNvSpPr>
          <p:nvPr>
            <p:ph idx="1"/>
          </p:nvPr>
        </p:nvSpPr>
        <p:spPr>
          <a:xfrm>
            <a:off x="737356" y="1000108"/>
            <a:ext cx="3143272" cy="1571636"/>
          </a:xfrm>
        </p:spPr>
        <p:txBody>
          <a:bodyPr>
            <a:normAutofit/>
          </a:bodyPr>
          <a:lstStyle/>
          <a:p>
            <a:r>
              <a:rPr lang="en-IN" sz="2000" dirty="0">
                <a:latin typeface="Cambria" pitchFamily="18" charset="0"/>
                <a:ea typeface="Cambria" pitchFamily="18" charset="0"/>
              </a:rPr>
              <a:t>Stand-alone user</a:t>
            </a:r>
          </a:p>
          <a:p>
            <a:r>
              <a:rPr lang="en-IN" sz="2000" dirty="0">
                <a:latin typeface="Cambria" pitchFamily="18" charset="0"/>
                <a:ea typeface="Cambria" pitchFamily="18" charset="0"/>
              </a:rPr>
              <a:t>Terminals</a:t>
            </a:r>
          </a:p>
          <a:p>
            <a:r>
              <a:rPr lang="en-IN" sz="2000" dirty="0">
                <a:latin typeface="Cambria" pitchFamily="18" charset="0"/>
                <a:ea typeface="Cambria" pitchFamily="18" charset="0"/>
              </a:rPr>
              <a:t>Workstations</a:t>
            </a:r>
          </a:p>
          <a:p>
            <a:r>
              <a:rPr lang="en-IN" sz="2000" dirty="0">
                <a:latin typeface="Cambria" pitchFamily="18" charset="0"/>
                <a:ea typeface="Cambria" pitchFamily="18" charset="0"/>
              </a:rPr>
              <a:t>Handheld devices</a:t>
            </a:r>
          </a:p>
        </p:txBody>
      </p:sp>
      <p:pic>
        <p:nvPicPr>
          <p:cNvPr id="6" name="Picture 5"/>
          <p:cNvPicPr>
            <a:picLocks noChangeAspect="1"/>
          </p:cNvPicPr>
          <p:nvPr/>
        </p:nvPicPr>
        <p:blipFill>
          <a:blip r:embed="rId2"/>
          <a:stretch>
            <a:fillRect/>
          </a:stretch>
        </p:blipFill>
        <p:spPr>
          <a:xfrm>
            <a:off x="4595008" y="857232"/>
            <a:ext cx="3643338" cy="2357454"/>
          </a:xfrm>
          <a:prstGeom prst="rect">
            <a:avLst/>
          </a:prstGeom>
        </p:spPr>
      </p:pic>
      <p:pic>
        <p:nvPicPr>
          <p:cNvPr id="7" name="Picture 6"/>
          <p:cNvPicPr>
            <a:picLocks noChangeAspect="1"/>
          </p:cNvPicPr>
          <p:nvPr/>
        </p:nvPicPr>
        <p:blipFill>
          <a:blip r:embed="rId3"/>
          <a:stretch>
            <a:fillRect/>
          </a:stretch>
        </p:blipFill>
        <p:spPr>
          <a:xfrm>
            <a:off x="9167040" y="2214554"/>
            <a:ext cx="2657129" cy="1857388"/>
          </a:xfrm>
          <a:prstGeom prst="rect">
            <a:avLst/>
          </a:prstGeom>
        </p:spPr>
      </p:pic>
      <p:pic>
        <p:nvPicPr>
          <p:cNvPr id="9" name="Picture 8"/>
          <p:cNvPicPr>
            <a:picLocks noChangeAspect="1"/>
          </p:cNvPicPr>
          <p:nvPr/>
        </p:nvPicPr>
        <p:blipFill>
          <a:blip r:embed="rId4"/>
          <a:stretch>
            <a:fillRect/>
          </a:stretch>
        </p:blipFill>
        <p:spPr>
          <a:xfrm>
            <a:off x="4094942" y="3571876"/>
            <a:ext cx="4500594" cy="1693506"/>
          </a:xfrm>
          <a:prstGeom prst="rect">
            <a:avLst/>
          </a:prstGeom>
        </p:spPr>
      </p:pic>
      <p:pic>
        <p:nvPicPr>
          <p:cNvPr id="11" name="Picture 10"/>
          <p:cNvPicPr>
            <a:picLocks noChangeAspect="1"/>
          </p:cNvPicPr>
          <p:nvPr/>
        </p:nvPicPr>
        <p:blipFill>
          <a:blip r:embed="rId5"/>
          <a:stretch>
            <a:fillRect/>
          </a:stretch>
        </p:blipFill>
        <p:spPr>
          <a:xfrm>
            <a:off x="475345" y="3357562"/>
            <a:ext cx="2997660" cy="1699475"/>
          </a:xfrm>
          <a:prstGeom prst="rect">
            <a:avLst/>
          </a:prstGeom>
        </p:spPr>
      </p:pic>
      <p:sp>
        <p:nvSpPr>
          <p:cNvPr id="5" name="TextBox 4"/>
          <p:cNvSpPr txBox="1"/>
          <p:nvPr/>
        </p:nvSpPr>
        <p:spPr>
          <a:xfrm>
            <a:off x="4737884" y="428604"/>
            <a:ext cx="3552506" cy="400110"/>
          </a:xfrm>
          <a:prstGeom prst="rect">
            <a:avLst/>
          </a:prstGeom>
          <a:noFill/>
        </p:spPr>
        <p:txBody>
          <a:bodyPr wrap="square" rtlCol="0">
            <a:spAutoFit/>
          </a:bodyPr>
          <a:lstStyle/>
          <a:p>
            <a:r>
              <a:rPr lang="en-IN" sz="2000" dirty="0">
                <a:latin typeface="Cambria" pitchFamily="18" charset="0"/>
                <a:ea typeface="Cambria" pitchFamily="18" charset="0"/>
              </a:rPr>
              <a:t>Easy to use, high performance</a:t>
            </a:r>
          </a:p>
        </p:txBody>
      </p:sp>
      <p:sp>
        <p:nvSpPr>
          <p:cNvPr id="10" name="TextBox 9"/>
          <p:cNvSpPr txBox="1"/>
          <p:nvPr/>
        </p:nvSpPr>
        <p:spPr>
          <a:xfrm>
            <a:off x="8524098" y="1357298"/>
            <a:ext cx="3552506" cy="707886"/>
          </a:xfrm>
          <a:prstGeom prst="rect">
            <a:avLst/>
          </a:prstGeom>
          <a:noFill/>
        </p:spPr>
        <p:txBody>
          <a:bodyPr wrap="square" rtlCol="0">
            <a:spAutoFit/>
          </a:bodyPr>
          <a:lstStyle/>
          <a:p>
            <a:r>
              <a:rPr lang="en-IN" sz="2000" dirty="0">
                <a:latin typeface="Cambria" pitchFamily="18" charset="0"/>
                <a:ea typeface="Cambria" pitchFamily="18" charset="0"/>
              </a:rPr>
              <a:t>Proper sharing of resources, Maximum resource utilization.</a:t>
            </a:r>
          </a:p>
        </p:txBody>
      </p:sp>
      <p:sp>
        <p:nvSpPr>
          <p:cNvPr id="12" name="TextBox 11"/>
          <p:cNvSpPr txBox="1"/>
          <p:nvPr/>
        </p:nvSpPr>
        <p:spPr>
          <a:xfrm>
            <a:off x="5485691" y="5370297"/>
            <a:ext cx="4664889" cy="400110"/>
          </a:xfrm>
          <a:prstGeom prst="rect">
            <a:avLst/>
          </a:prstGeom>
          <a:noFill/>
        </p:spPr>
        <p:txBody>
          <a:bodyPr wrap="square" rtlCol="0">
            <a:spAutoFit/>
          </a:bodyPr>
          <a:lstStyle/>
          <a:p>
            <a:r>
              <a:rPr lang="en-IN" sz="2000" dirty="0">
                <a:latin typeface="Cambria" pitchFamily="18" charset="0"/>
                <a:ea typeface="Cambria" pitchFamily="18" charset="0"/>
              </a:rPr>
              <a:t>high performance resource utilization</a:t>
            </a:r>
          </a:p>
        </p:txBody>
      </p:sp>
      <p:sp>
        <p:nvSpPr>
          <p:cNvPr id="13" name="TextBox 12"/>
          <p:cNvSpPr txBox="1"/>
          <p:nvPr/>
        </p:nvSpPr>
        <p:spPr>
          <a:xfrm>
            <a:off x="0" y="2714620"/>
            <a:ext cx="4214842" cy="400110"/>
          </a:xfrm>
          <a:prstGeom prst="rect">
            <a:avLst/>
          </a:prstGeom>
          <a:noFill/>
        </p:spPr>
        <p:txBody>
          <a:bodyPr wrap="square" rtlCol="0">
            <a:spAutoFit/>
          </a:bodyPr>
          <a:lstStyle/>
          <a:p>
            <a:r>
              <a:rPr lang="en-IN" sz="2000" dirty="0">
                <a:latin typeface="Cambria" pitchFamily="18" charset="0"/>
                <a:ea typeface="Cambria" pitchFamily="18" charset="0"/>
              </a:rPr>
              <a:t>Performance per unit of battery life</a:t>
            </a:r>
          </a:p>
        </p:txBody>
      </p:sp>
    </p:spTree>
    <p:extLst>
      <p:ext uri="{BB962C8B-B14F-4D97-AF65-F5344CB8AC3E}">
        <p14:creationId xmlns="" xmlns:p14="http://schemas.microsoft.com/office/powerpoint/2010/main" val="128858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2"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020512" y="0"/>
            <a:ext cx="9954657" cy="492443"/>
          </a:xfrm>
        </p:spPr>
        <p:txBody>
          <a:bodyPr/>
          <a:lstStyle/>
          <a:p>
            <a:r>
              <a:rPr lang="en-US" sz="3200" spc="-65" dirty="0">
                <a:latin typeface="Cambria" pitchFamily="18" charset="0"/>
                <a:ea typeface="Cambria" pitchFamily="18" charset="0"/>
                <a:cs typeface="Caladea"/>
              </a:rPr>
              <a:t>System </a:t>
            </a:r>
            <a:r>
              <a:rPr lang="en-US" sz="3200" spc="-10" dirty="0">
                <a:latin typeface="Cambria" pitchFamily="18" charset="0"/>
                <a:ea typeface="Cambria" pitchFamily="18" charset="0"/>
                <a:cs typeface="Caladea"/>
              </a:rPr>
              <a:t>View (Computer’s point of view)</a:t>
            </a:r>
            <a:endParaRPr lang="en-US" sz="3200" dirty="0">
              <a:latin typeface="Cambria" pitchFamily="18" charset="0"/>
              <a:ea typeface="Cambria" pitchFamily="18" charset="0"/>
            </a:endParaRPr>
          </a:p>
        </p:txBody>
      </p:sp>
      <p:sp>
        <p:nvSpPr>
          <p:cNvPr id="3" name="Text Placeholder 2"/>
          <p:cNvSpPr>
            <a:spLocks noGrp="1"/>
          </p:cNvSpPr>
          <p:nvPr>
            <p:ph type="body" idx="1"/>
          </p:nvPr>
        </p:nvSpPr>
        <p:spPr>
          <a:xfrm>
            <a:off x="406351" y="838201"/>
            <a:ext cx="11377719" cy="3921586"/>
          </a:xfrm>
          <a:ln>
            <a:solidFill>
              <a:schemeClr val="accent1"/>
            </a:solidFill>
          </a:ln>
        </p:spPr>
        <p:txBody>
          <a:bodyPr/>
          <a:lstStyle/>
          <a:p>
            <a:pPr marL="241300" indent="-229235" algn="just">
              <a:lnSpc>
                <a:spcPct val="100000"/>
              </a:lnSpc>
              <a:spcBef>
                <a:spcPts val="655"/>
              </a:spcBef>
              <a:buFont typeface="Arial"/>
              <a:buChar char="•"/>
              <a:tabLst>
                <a:tab pos="241935" algn="l"/>
              </a:tabLst>
            </a:pPr>
            <a:r>
              <a:rPr lang="en-US" sz="2000" spc="-20" dirty="0">
                <a:latin typeface="Cambria" pitchFamily="18" charset="0"/>
                <a:ea typeface="Cambria" pitchFamily="18" charset="0"/>
              </a:rPr>
              <a:t>From System</a:t>
            </a:r>
            <a:r>
              <a:rPr lang="en-US" sz="2000" spc="-30" dirty="0">
                <a:latin typeface="Cambria" pitchFamily="18" charset="0"/>
                <a:ea typeface="Cambria" pitchFamily="18" charset="0"/>
              </a:rPr>
              <a:t> </a:t>
            </a:r>
            <a:r>
              <a:rPr lang="en-US" sz="2000" spc="-5" dirty="0">
                <a:latin typeface="Cambria" pitchFamily="18" charset="0"/>
                <a:ea typeface="Cambria" pitchFamily="18" charset="0"/>
              </a:rPr>
              <a:t>view</a:t>
            </a:r>
            <a:r>
              <a:rPr lang="en-US" sz="2000" b="1" spc="-5" dirty="0">
                <a:latin typeface="Cambria" pitchFamily="18" charset="0"/>
                <a:ea typeface="Cambria" pitchFamily="18" charset="0"/>
              </a:rPr>
              <a:t>, </a:t>
            </a:r>
            <a:r>
              <a:rPr lang="en-US" sz="2000" spc="-5" dirty="0">
                <a:latin typeface="Cambria" pitchFamily="18" charset="0"/>
                <a:ea typeface="Cambria" pitchFamily="18" charset="0"/>
              </a:rPr>
              <a:t>OS is the program mainly involved with the hardware. In this context, we can view an OS as a </a:t>
            </a:r>
            <a:r>
              <a:rPr lang="en-US" sz="2000" b="1" spc="-5" dirty="0">
                <a:solidFill>
                  <a:srgbClr val="FF0000"/>
                </a:solidFill>
                <a:latin typeface="Cambria" pitchFamily="18" charset="0"/>
                <a:ea typeface="Cambria" pitchFamily="18" charset="0"/>
              </a:rPr>
              <a:t>Resource allocator</a:t>
            </a:r>
            <a:r>
              <a:rPr lang="en-US" sz="2000" spc="-5" dirty="0" smtClean="0">
                <a:latin typeface="Cambria" pitchFamily="18" charset="0"/>
                <a:ea typeface="Cambria" pitchFamily="18" charset="0"/>
              </a:rPr>
              <a:t>.</a:t>
            </a:r>
          </a:p>
          <a:p>
            <a:pPr marL="241300" indent="-229235" algn="just">
              <a:lnSpc>
                <a:spcPct val="100000"/>
              </a:lnSpc>
              <a:spcBef>
                <a:spcPts val="655"/>
              </a:spcBef>
              <a:buFont typeface="Arial"/>
              <a:buChar char="•"/>
              <a:tabLst>
                <a:tab pos="241935" algn="l"/>
              </a:tabLst>
            </a:pPr>
            <a:endParaRPr lang="en-US" sz="2000" spc="-5" dirty="0">
              <a:latin typeface="Cambria" pitchFamily="18" charset="0"/>
              <a:ea typeface="Cambria" pitchFamily="18" charset="0"/>
            </a:endParaRPr>
          </a:p>
          <a:p>
            <a:pPr marL="241300" indent="-229235" algn="just">
              <a:lnSpc>
                <a:spcPct val="100000"/>
              </a:lnSpc>
              <a:spcBef>
                <a:spcPts val="655"/>
              </a:spcBef>
              <a:buFont typeface="Arial"/>
              <a:buChar char="•"/>
              <a:tabLst>
                <a:tab pos="241935" algn="l"/>
              </a:tabLst>
            </a:pPr>
            <a:r>
              <a:rPr lang="en-US" sz="2000" spc="-5" dirty="0">
                <a:latin typeface="Cambria" pitchFamily="18" charset="0"/>
                <a:ea typeface="Cambria" pitchFamily="18" charset="0"/>
              </a:rPr>
              <a:t>Computer resources may be CPU time, memory space, file-storage space, I/O device &amp; so on</a:t>
            </a:r>
            <a:r>
              <a:rPr lang="en-US" sz="2000" spc="-5" dirty="0" smtClean="0">
                <a:latin typeface="Cambria" pitchFamily="18" charset="0"/>
                <a:ea typeface="Cambria" pitchFamily="18" charset="0"/>
              </a:rPr>
              <a:t>.</a:t>
            </a:r>
          </a:p>
          <a:p>
            <a:pPr marL="241300" indent="-229235" algn="just">
              <a:lnSpc>
                <a:spcPct val="100000"/>
              </a:lnSpc>
              <a:spcBef>
                <a:spcPts val="655"/>
              </a:spcBef>
              <a:buFont typeface="Arial"/>
              <a:buChar char="•"/>
              <a:tabLst>
                <a:tab pos="241935" algn="l"/>
              </a:tabLst>
            </a:pPr>
            <a:endParaRPr lang="en-US" sz="2000" spc="-5" dirty="0">
              <a:latin typeface="Cambria" pitchFamily="18" charset="0"/>
              <a:ea typeface="Cambria" pitchFamily="18" charset="0"/>
            </a:endParaRPr>
          </a:p>
          <a:p>
            <a:pPr marL="241300" indent="-229235" algn="just">
              <a:lnSpc>
                <a:spcPct val="100000"/>
              </a:lnSpc>
              <a:spcBef>
                <a:spcPts val="655"/>
              </a:spcBef>
              <a:buFont typeface="Arial"/>
              <a:buChar char="•"/>
              <a:tabLst>
                <a:tab pos="241935" algn="l"/>
              </a:tabLst>
            </a:pPr>
            <a:r>
              <a:rPr lang="en-US" sz="2000" spc="-5" dirty="0">
                <a:latin typeface="Cambria" pitchFamily="18" charset="0"/>
                <a:ea typeface="Cambria" pitchFamily="18" charset="0"/>
              </a:rPr>
              <a:t>In order to solve any problem, a computer system has to use one or more Computer resources </a:t>
            </a:r>
          </a:p>
          <a:p>
            <a:pPr marL="698500" lvl="1" indent="-229235" algn="just">
              <a:spcBef>
                <a:spcPts val="655"/>
              </a:spcBef>
              <a:buFont typeface="Arial"/>
              <a:buChar char="•"/>
              <a:tabLst>
                <a:tab pos="241935" algn="l"/>
              </a:tabLst>
            </a:pPr>
            <a:r>
              <a:rPr lang="en-US" spc="-5" dirty="0">
                <a:solidFill>
                  <a:schemeClr val="tx1"/>
                </a:solidFill>
                <a:latin typeface="Cambria" pitchFamily="18" charset="0"/>
                <a:ea typeface="Cambria" pitchFamily="18" charset="0"/>
                <a:cs typeface="Caladea"/>
              </a:rPr>
              <a:t>OS acts as the manager of these resources. OS must decide how to allocate these resources to programs &amp; to the users so that it can operate the computer system  efficiently &amp; fairly</a:t>
            </a:r>
            <a:r>
              <a:rPr lang="en-US" spc="-5" dirty="0" smtClean="0">
                <a:solidFill>
                  <a:schemeClr val="tx1"/>
                </a:solidFill>
                <a:latin typeface="Cambria" pitchFamily="18" charset="0"/>
                <a:ea typeface="Cambria" pitchFamily="18" charset="0"/>
                <a:cs typeface="Caladea"/>
              </a:rPr>
              <a:t>.</a:t>
            </a:r>
          </a:p>
          <a:p>
            <a:pPr marL="698500" lvl="1" indent="-229235" algn="just">
              <a:spcBef>
                <a:spcPts val="655"/>
              </a:spcBef>
              <a:buFont typeface="Arial"/>
              <a:buChar char="•"/>
              <a:tabLst>
                <a:tab pos="241935" algn="l"/>
              </a:tabLst>
            </a:pPr>
            <a:endParaRPr lang="en-US" spc="-5" dirty="0">
              <a:solidFill>
                <a:schemeClr val="tx1"/>
              </a:solidFill>
              <a:latin typeface="Cambria" pitchFamily="18" charset="0"/>
              <a:ea typeface="Cambria" pitchFamily="18" charset="0"/>
              <a:cs typeface="Caladea"/>
            </a:endParaRPr>
          </a:p>
          <a:p>
            <a:pPr marL="241300" indent="-229235" algn="just">
              <a:lnSpc>
                <a:spcPct val="100000"/>
              </a:lnSpc>
              <a:spcBef>
                <a:spcPts val="655"/>
              </a:spcBef>
              <a:buFont typeface="Arial"/>
              <a:buChar char="•"/>
              <a:tabLst>
                <a:tab pos="241935" algn="l"/>
              </a:tabLst>
            </a:pPr>
            <a:r>
              <a:rPr lang="en-US" sz="2000" spc="-5" dirty="0">
                <a:latin typeface="Cambria" pitchFamily="18" charset="0"/>
                <a:ea typeface="Cambria" pitchFamily="18" charset="0"/>
              </a:rPr>
              <a:t>OS need to control various I/O devices &amp; user programs i.e., OS acts as a </a:t>
            </a:r>
            <a:r>
              <a:rPr lang="en-US" sz="2000" b="1" spc="-5" dirty="0">
                <a:latin typeface="Cambria" pitchFamily="18" charset="0"/>
                <a:ea typeface="Cambria" pitchFamily="18" charset="0"/>
              </a:rPr>
              <a:t>control program to manage the execution of user program</a:t>
            </a:r>
            <a:r>
              <a:rPr lang="en-US" sz="2000" spc="-5" dirty="0">
                <a:latin typeface="Cambria" pitchFamily="18" charset="0"/>
                <a:ea typeface="Cambria" pitchFamily="18" charset="0"/>
              </a:rPr>
              <a:t> to prevent errors &amp; improper use of the computer</a:t>
            </a:r>
            <a:endParaRPr lang="en-US" sz="2000" dirty="0">
              <a:latin typeface="Cambria" pitchFamily="18" charset="0"/>
              <a:ea typeface="Cambria" pitchFamily="18" charset="0"/>
            </a:endParaRPr>
          </a:p>
        </p:txBody>
      </p:sp>
    </p:spTree>
    <p:extLst>
      <p:ext uri="{BB962C8B-B14F-4D97-AF65-F5344CB8AC3E}">
        <p14:creationId xmlns="" xmlns:p14="http://schemas.microsoft.com/office/powerpoint/2010/main" val="2083312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28392" y="334782"/>
            <a:ext cx="10688621" cy="695325"/>
          </a:xfrm>
          <a:prstGeom prst="rect">
            <a:avLst/>
          </a:prstGeom>
        </p:spPr>
        <p:txBody>
          <a:bodyPr vert="horz" wrap="square" lIns="0" tIns="11430" rIns="0" bIns="0" rtlCol="0">
            <a:spAutoFit/>
          </a:bodyPr>
          <a:lstStyle/>
          <a:p>
            <a:pPr marL="12700">
              <a:lnSpc>
                <a:spcPct val="100000"/>
              </a:lnSpc>
              <a:spcBef>
                <a:spcPts val="90"/>
              </a:spcBef>
            </a:pPr>
            <a:r>
              <a:rPr sz="4400" spc="-240" dirty="0">
                <a:latin typeface="Cambria" pitchFamily="18" charset="0"/>
                <a:ea typeface="Cambria" pitchFamily="18" charset="0"/>
              </a:rPr>
              <a:t>Abstract </a:t>
            </a:r>
            <a:r>
              <a:rPr sz="4400" spc="-245" dirty="0">
                <a:latin typeface="Cambria" pitchFamily="18" charset="0"/>
                <a:ea typeface="Cambria" pitchFamily="18" charset="0"/>
              </a:rPr>
              <a:t>view </a:t>
            </a:r>
            <a:r>
              <a:rPr sz="4400" spc="-195" dirty="0">
                <a:latin typeface="Cambria" pitchFamily="18" charset="0"/>
                <a:ea typeface="Cambria" pitchFamily="18" charset="0"/>
              </a:rPr>
              <a:t>of </a:t>
            </a:r>
            <a:r>
              <a:rPr sz="4400" spc="-245" dirty="0">
                <a:latin typeface="Cambria" pitchFamily="18" charset="0"/>
                <a:ea typeface="Cambria" pitchFamily="18" charset="0"/>
              </a:rPr>
              <a:t>a </a:t>
            </a:r>
            <a:r>
              <a:rPr sz="4400" spc="-215" dirty="0">
                <a:latin typeface="Cambria" pitchFamily="18" charset="0"/>
                <a:ea typeface="Cambria" pitchFamily="18" charset="0"/>
              </a:rPr>
              <a:t>computer</a:t>
            </a:r>
            <a:r>
              <a:rPr sz="4400" spc="-650" dirty="0">
                <a:latin typeface="Cambria" pitchFamily="18" charset="0"/>
                <a:ea typeface="Cambria" pitchFamily="18" charset="0"/>
              </a:rPr>
              <a:t> </a:t>
            </a:r>
            <a:r>
              <a:rPr sz="4400" spc="-229" dirty="0">
                <a:latin typeface="Cambria" pitchFamily="18" charset="0"/>
                <a:ea typeface="Cambria" pitchFamily="18" charset="0"/>
              </a:rPr>
              <a:t>system</a:t>
            </a:r>
            <a:endParaRPr sz="4400">
              <a:latin typeface="Cambria" pitchFamily="18" charset="0"/>
              <a:ea typeface="Cambria" pitchFamily="18" charset="0"/>
            </a:endParaRPr>
          </a:p>
        </p:txBody>
      </p:sp>
      <p:sp>
        <p:nvSpPr>
          <p:cNvPr id="4" name="object 4"/>
          <p:cNvSpPr txBox="1"/>
          <p:nvPr/>
        </p:nvSpPr>
        <p:spPr>
          <a:xfrm>
            <a:off x="5311975" y="6466739"/>
            <a:ext cx="1567823" cy="153888"/>
          </a:xfrm>
          <a:prstGeom prst="rect">
            <a:avLst/>
          </a:prstGeom>
        </p:spPr>
        <p:txBody>
          <a:bodyPr vert="horz" wrap="square" lIns="0" tIns="0" rIns="0" bIns="0" rtlCol="0">
            <a:spAutoFit/>
          </a:bodyPr>
          <a:lstStyle/>
          <a:p>
            <a:pPr marL="12700">
              <a:lnSpc>
                <a:spcPts val="1240"/>
              </a:lnSpc>
            </a:pPr>
            <a:r>
              <a:rPr sz="1200" spc="-10" dirty="0">
                <a:solidFill>
                  <a:srgbClr val="888888"/>
                </a:solidFill>
                <a:latin typeface="Cambria" pitchFamily="18" charset="0"/>
                <a:ea typeface="Cambria" pitchFamily="18" charset="0"/>
                <a:cs typeface="Carlito"/>
              </a:rPr>
              <a:t>Operating</a:t>
            </a:r>
            <a:r>
              <a:rPr sz="1200" spc="-45" dirty="0">
                <a:solidFill>
                  <a:srgbClr val="888888"/>
                </a:solidFill>
                <a:latin typeface="Cambria" pitchFamily="18" charset="0"/>
                <a:ea typeface="Cambria" pitchFamily="18" charset="0"/>
                <a:cs typeface="Carlito"/>
              </a:rPr>
              <a:t> </a:t>
            </a:r>
            <a:r>
              <a:rPr sz="1200" spc="-10" dirty="0">
                <a:solidFill>
                  <a:srgbClr val="888888"/>
                </a:solidFill>
                <a:latin typeface="Cambria" pitchFamily="18" charset="0"/>
                <a:ea typeface="Cambria" pitchFamily="18" charset="0"/>
                <a:cs typeface="Carlito"/>
              </a:rPr>
              <a:t>Systems</a:t>
            </a:r>
            <a:endParaRPr sz="1200">
              <a:latin typeface="Cambria" pitchFamily="18" charset="0"/>
              <a:ea typeface="Cambria" pitchFamily="18" charset="0"/>
              <a:cs typeface="Carlito"/>
            </a:endParaRPr>
          </a:p>
        </p:txBody>
      </p:sp>
      <p:sp>
        <p:nvSpPr>
          <p:cNvPr id="5" name="object 5"/>
          <p:cNvSpPr txBox="1"/>
          <p:nvPr/>
        </p:nvSpPr>
        <p:spPr>
          <a:xfrm>
            <a:off x="11727516" y="6508812"/>
            <a:ext cx="363173" cy="205184"/>
          </a:xfrm>
          <a:prstGeom prst="rect">
            <a:avLst/>
          </a:prstGeom>
        </p:spPr>
        <p:txBody>
          <a:bodyPr vert="horz" wrap="square" lIns="0" tIns="0" rIns="0" bIns="0" rtlCol="0">
            <a:spAutoFit/>
          </a:bodyPr>
          <a:lstStyle/>
          <a:p>
            <a:pPr marL="38100">
              <a:lnSpc>
                <a:spcPts val="1639"/>
              </a:lnSpc>
            </a:pPr>
            <a:fld id="{81D60167-4931-47E6-BA6A-407CBD079E47}" type="slidenum">
              <a:rPr sz="1400" b="1" spc="-5" dirty="0">
                <a:latin typeface="Cambria" pitchFamily="18" charset="0"/>
                <a:ea typeface="Cambria" pitchFamily="18" charset="0"/>
                <a:cs typeface="Arial"/>
              </a:rPr>
              <a:pPr marL="38100">
                <a:lnSpc>
                  <a:spcPts val="1639"/>
                </a:lnSpc>
              </a:pPr>
              <a:t>19</a:t>
            </a:fld>
            <a:endParaRPr sz="1400">
              <a:latin typeface="Cambria" pitchFamily="18" charset="0"/>
              <a:ea typeface="Cambria" pitchFamily="18" charset="0"/>
              <a:cs typeface="Arial"/>
            </a:endParaRPr>
          </a:p>
        </p:txBody>
      </p:sp>
      <p:sp>
        <p:nvSpPr>
          <p:cNvPr id="3" name="object 3"/>
          <p:cNvSpPr txBox="1"/>
          <p:nvPr/>
        </p:nvSpPr>
        <p:spPr>
          <a:xfrm>
            <a:off x="380166" y="1214422"/>
            <a:ext cx="11196934" cy="3247684"/>
          </a:xfrm>
          <a:prstGeom prst="rect">
            <a:avLst/>
          </a:prstGeom>
          <a:ln>
            <a:solidFill>
              <a:schemeClr val="accent1"/>
            </a:solidFill>
          </a:ln>
        </p:spPr>
        <p:txBody>
          <a:bodyPr vert="horz" wrap="square" lIns="0" tIns="46355" rIns="0" bIns="0" rtlCol="0">
            <a:spAutoFit/>
          </a:bodyPr>
          <a:lstStyle/>
          <a:p>
            <a:pPr marL="241300" marR="5080" indent="-228600" algn="just">
              <a:lnSpc>
                <a:spcPts val="2160"/>
              </a:lnSpc>
              <a:spcBef>
                <a:spcPts val="365"/>
              </a:spcBef>
              <a:buAutoNum type="arabicPeriod"/>
              <a:tabLst>
                <a:tab pos="241300" algn="l"/>
              </a:tabLst>
            </a:pPr>
            <a:r>
              <a:rPr sz="2000" spc="-15" dirty="0">
                <a:latin typeface="Cambria" pitchFamily="18" charset="0"/>
                <a:ea typeface="Cambria" pitchFamily="18" charset="0"/>
                <a:cs typeface="Carlito"/>
              </a:rPr>
              <a:t>Hardware </a:t>
            </a:r>
            <a:r>
              <a:rPr sz="2000" spc="-5" dirty="0">
                <a:latin typeface="Cambria" pitchFamily="18" charset="0"/>
                <a:ea typeface="Cambria" pitchFamily="18" charset="0"/>
                <a:cs typeface="Carlito"/>
              </a:rPr>
              <a:t>– </a:t>
            </a:r>
            <a:r>
              <a:rPr sz="2000" spc="-10" dirty="0">
                <a:latin typeface="Cambria" pitchFamily="18" charset="0"/>
                <a:ea typeface="Cambria" pitchFamily="18" charset="0"/>
                <a:cs typeface="Carlito"/>
              </a:rPr>
              <a:t>provides </a:t>
            </a:r>
            <a:r>
              <a:rPr sz="2000" spc="-5" dirty="0">
                <a:latin typeface="Cambria" pitchFamily="18" charset="0"/>
                <a:ea typeface="Cambria" pitchFamily="18" charset="0"/>
                <a:cs typeface="Carlito"/>
              </a:rPr>
              <a:t>basic </a:t>
            </a:r>
            <a:r>
              <a:rPr sz="2000" spc="-10" dirty="0">
                <a:latin typeface="Cambria" pitchFamily="18" charset="0"/>
                <a:ea typeface="Cambria" pitchFamily="18" charset="0"/>
                <a:cs typeface="Carlito"/>
              </a:rPr>
              <a:t>computing </a:t>
            </a:r>
            <a:r>
              <a:rPr sz="2000" spc="-15" dirty="0">
                <a:latin typeface="Cambria" pitchFamily="18" charset="0"/>
                <a:ea typeface="Cambria" pitchFamily="18" charset="0"/>
                <a:cs typeface="Carlito"/>
              </a:rPr>
              <a:t>resources (CPU, </a:t>
            </a:r>
            <a:r>
              <a:rPr sz="2000" spc="-30" dirty="0">
                <a:latin typeface="Cambria" pitchFamily="18" charset="0"/>
                <a:ea typeface="Cambria" pitchFamily="18" charset="0"/>
                <a:cs typeface="Carlito"/>
              </a:rPr>
              <a:t>memory, </a:t>
            </a:r>
            <a:r>
              <a:rPr sz="2000" spc="-5" dirty="0">
                <a:latin typeface="Cambria" pitchFamily="18" charset="0"/>
                <a:ea typeface="Cambria" pitchFamily="18" charset="0"/>
                <a:cs typeface="Carlito"/>
              </a:rPr>
              <a:t>I/O  </a:t>
            </a:r>
            <a:r>
              <a:rPr sz="2000" spc="-10">
                <a:latin typeface="Cambria" pitchFamily="18" charset="0"/>
                <a:ea typeface="Cambria" pitchFamily="18" charset="0"/>
                <a:cs typeface="Carlito"/>
              </a:rPr>
              <a:t>devices</a:t>
            </a:r>
            <a:r>
              <a:rPr sz="2000" spc="-10" smtClean="0">
                <a:latin typeface="Cambria" pitchFamily="18" charset="0"/>
                <a:ea typeface="Cambria" pitchFamily="18" charset="0"/>
                <a:cs typeface="Carlito"/>
              </a:rPr>
              <a:t>).</a:t>
            </a:r>
            <a:endParaRPr lang="en-IN" sz="2000" spc="-10" dirty="0" smtClean="0">
              <a:latin typeface="Cambria" pitchFamily="18" charset="0"/>
              <a:ea typeface="Cambria" pitchFamily="18" charset="0"/>
              <a:cs typeface="Carlito"/>
            </a:endParaRPr>
          </a:p>
          <a:p>
            <a:pPr marL="241300" marR="5080" indent="-228600" algn="just">
              <a:lnSpc>
                <a:spcPts val="2160"/>
              </a:lnSpc>
              <a:spcBef>
                <a:spcPts val="365"/>
              </a:spcBef>
              <a:buAutoNum type="arabicPeriod"/>
              <a:tabLst>
                <a:tab pos="241300" algn="l"/>
              </a:tabLst>
            </a:pPr>
            <a:endParaRPr sz="2000" dirty="0">
              <a:latin typeface="Cambria" pitchFamily="18" charset="0"/>
              <a:ea typeface="Cambria" pitchFamily="18" charset="0"/>
              <a:cs typeface="Carlito"/>
            </a:endParaRPr>
          </a:p>
          <a:p>
            <a:pPr marL="241300" marR="168910" indent="-228600" algn="just">
              <a:lnSpc>
                <a:spcPct val="90100"/>
              </a:lnSpc>
              <a:spcBef>
                <a:spcPts val="950"/>
              </a:spcBef>
              <a:buAutoNum type="arabicPeriod"/>
              <a:tabLst>
                <a:tab pos="241300" algn="l"/>
              </a:tabLst>
            </a:pPr>
            <a:r>
              <a:rPr sz="2000" spc="-15" dirty="0">
                <a:latin typeface="Cambria" pitchFamily="18" charset="0"/>
                <a:ea typeface="Cambria" pitchFamily="18" charset="0"/>
                <a:cs typeface="Carlito"/>
              </a:rPr>
              <a:t>Operating </a:t>
            </a:r>
            <a:r>
              <a:rPr sz="2000" spc="-30" dirty="0">
                <a:latin typeface="Cambria" pitchFamily="18" charset="0"/>
                <a:ea typeface="Cambria" pitchFamily="18" charset="0"/>
                <a:cs typeface="Carlito"/>
              </a:rPr>
              <a:t>system </a:t>
            </a:r>
            <a:r>
              <a:rPr sz="2000" spc="-5" dirty="0">
                <a:latin typeface="Cambria" pitchFamily="18" charset="0"/>
                <a:ea typeface="Cambria" pitchFamily="18" charset="0"/>
                <a:cs typeface="Carlito"/>
              </a:rPr>
              <a:t>– </a:t>
            </a:r>
            <a:r>
              <a:rPr sz="2000" spc="-15" dirty="0">
                <a:latin typeface="Cambria" pitchFamily="18" charset="0"/>
                <a:ea typeface="Cambria" pitchFamily="18" charset="0"/>
                <a:cs typeface="Carlito"/>
              </a:rPr>
              <a:t>controls </a:t>
            </a:r>
            <a:r>
              <a:rPr sz="2000" spc="-5" dirty="0">
                <a:latin typeface="Cambria" pitchFamily="18" charset="0"/>
                <a:ea typeface="Cambria" pitchFamily="18" charset="0"/>
                <a:cs typeface="Carlito"/>
              </a:rPr>
              <a:t>and </a:t>
            </a:r>
            <a:r>
              <a:rPr sz="2000" spc="-15" dirty="0">
                <a:latin typeface="Cambria" pitchFamily="18" charset="0"/>
                <a:ea typeface="Cambria" pitchFamily="18" charset="0"/>
                <a:cs typeface="Carlito"/>
              </a:rPr>
              <a:t>coordinates </a:t>
            </a:r>
            <a:r>
              <a:rPr sz="2000" spc="-5" dirty="0">
                <a:latin typeface="Cambria" pitchFamily="18" charset="0"/>
                <a:ea typeface="Cambria" pitchFamily="18" charset="0"/>
                <a:cs typeface="Carlito"/>
              </a:rPr>
              <a:t>the </a:t>
            </a:r>
            <a:r>
              <a:rPr sz="2000" spc="-10" dirty="0">
                <a:latin typeface="Cambria" pitchFamily="18" charset="0"/>
                <a:ea typeface="Cambria" pitchFamily="18" charset="0"/>
                <a:cs typeface="Carlito"/>
              </a:rPr>
              <a:t>use </a:t>
            </a:r>
            <a:r>
              <a:rPr sz="2000" spc="-5" dirty="0">
                <a:latin typeface="Cambria" pitchFamily="18" charset="0"/>
                <a:ea typeface="Cambria" pitchFamily="18" charset="0"/>
                <a:cs typeface="Carlito"/>
              </a:rPr>
              <a:t>of the  </a:t>
            </a:r>
            <a:r>
              <a:rPr sz="2000" spc="-15" dirty="0">
                <a:latin typeface="Cambria" pitchFamily="18" charset="0"/>
                <a:ea typeface="Cambria" pitchFamily="18" charset="0"/>
                <a:cs typeface="Carlito"/>
              </a:rPr>
              <a:t>hardware </a:t>
            </a:r>
            <a:r>
              <a:rPr sz="2000" spc="-5" dirty="0">
                <a:latin typeface="Cambria" pitchFamily="18" charset="0"/>
                <a:ea typeface="Cambria" pitchFamily="18" charset="0"/>
                <a:cs typeface="Carlito"/>
              </a:rPr>
              <a:t>among the </a:t>
            </a:r>
            <a:r>
              <a:rPr sz="2000" spc="-10" dirty="0">
                <a:latin typeface="Cambria" pitchFamily="18" charset="0"/>
                <a:ea typeface="Cambria" pitchFamily="18" charset="0"/>
                <a:cs typeface="Carlito"/>
              </a:rPr>
              <a:t>various application </a:t>
            </a:r>
            <a:r>
              <a:rPr sz="2000" spc="-15" dirty="0">
                <a:latin typeface="Cambria" pitchFamily="18" charset="0"/>
                <a:ea typeface="Cambria" pitchFamily="18" charset="0"/>
                <a:cs typeface="Carlito"/>
              </a:rPr>
              <a:t>programs </a:t>
            </a:r>
            <a:r>
              <a:rPr sz="2000" spc="-25" dirty="0">
                <a:latin typeface="Cambria" pitchFamily="18" charset="0"/>
                <a:ea typeface="Cambria" pitchFamily="18" charset="0"/>
                <a:cs typeface="Carlito"/>
              </a:rPr>
              <a:t>for </a:t>
            </a:r>
            <a:r>
              <a:rPr sz="2000" spc="-5" dirty="0">
                <a:latin typeface="Cambria" pitchFamily="18" charset="0"/>
                <a:ea typeface="Cambria" pitchFamily="18" charset="0"/>
                <a:cs typeface="Carlito"/>
              </a:rPr>
              <a:t>the </a:t>
            </a:r>
            <a:r>
              <a:rPr sz="2000" spc="-10" dirty="0">
                <a:latin typeface="Cambria" pitchFamily="18" charset="0"/>
                <a:ea typeface="Cambria" pitchFamily="18" charset="0"/>
                <a:cs typeface="Carlito"/>
              </a:rPr>
              <a:t>various  </a:t>
            </a:r>
            <a:r>
              <a:rPr sz="2000" spc="-15">
                <a:latin typeface="Cambria" pitchFamily="18" charset="0"/>
                <a:ea typeface="Cambria" pitchFamily="18" charset="0"/>
                <a:cs typeface="Carlito"/>
              </a:rPr>
              <a:t>users</a:t>
            </a:r>
            <a:r>
              <a:rPr sz="2000" spc="-15" smtClean="0">
                <a:latin typeface="Cambria" pitchFamily="18" charset="0"/>
                <a:ea typeface="Cambria" pitchFamily="18" charset="0"/>
                <a:cs typeface="Carlito"/>
              </a:rPr>
              <a:t>.</a:t>
            </a:r>
            <a:endParaRPr lang="en-IN" sz="2000" spc="-15" dirty="0" smtClean="0">
              <a:latin typeface="Cambria" pitchFamily="18" charset="0"/>
              <a:ea typeface="Cambria" pitchFamily="18" charset="0"/>
              <a:cs typeface="Carlito"/>
            </a:endParaRPr>
          </a:p>
          <a:p>
            <a:pPr marL="241300" marR="168910" indent="-228600" algn="just">
              <a:lnSpc>
                <a:spcPct val="90100"/>
              </a:lnSpc>
              <a:spcBef>
                <a:spcPts val="950"/>
              </a:spcBef>
              <a:buAutoNum type="arabicPeriod"/>
              <a:tabLst>
                <a:tab pos="241300" algn="l"/>
              </a:tabLst>
            </a:pPr>
            <a:endParaRPr sz="2000" dirty="0">
              <a:latin typeface="Cambria" pitchFamily="18" charset="0"/>
              <a:ea typeface="Cambria" pitchFamily="18" charset="0"/>
              <a:cs typeface="Carlito"/>
            </a:endParaRPr>
          </a:p>
          <a:p>
            <a:pPr marL="241300" marR="257810" indent="-228600" algn="just">
              <a:lnSpc>
                <a:spcPct val="90000"/>
              </a:lnSpc>
              <a:spcBef>
                <a:spcPts val="1005"/>
              </a:spcBef>
              <a:buAutoNum type="arabicPeriod"/>
              <a:tabLst>
                <a:tab pos="241300" algn="l"/>
              </a:tabLst>
            </a:pPr>
            <a:r>
              <a:rPr sz="2000" spc="-10" dirty="0">
                <a:latin typeface="Cambria" pitchFamily="18" charset="0"/>
                <a:ea typeface="Cambria" pitchFamily="18" charset="0"/>
                <a:cs typeface="Carlito"/>
              </a:rPr>
              <a:t>Applications </a:t>
            </a:r>
            <a:r>
              <a:rPr sz="2000" spc="-15" dirty="0">
                <a:latin typeface="Cambria" pitchFamily="18" charset="0"/>
                <a:ea typeface="Cambria" pitchFamily="18" charset="0"/>
                <a:cs typeface="Carlito"/>
              </a:rPr>
              <a:t>programs </a:t>
            </a:r>
            <a:r>
              <a:rPr sz="2000" spc="-5" dirty="0">
                <a:latin typeface="Cambria" pitchFamily="18" charset="0"/>
                <a:ea typeface="Cambria" pitchFamily="18" charset="0"/>
                <a:cs typeface="Carlito"/>
              </a:rPr>
              <a:t>– </a:t>
            </a:r>
            <a:r>
              <a:rPr sz="2000" spc="-10" dirty="0">
                <a:latin typeface="Cambria" pitchFamily="18" charset="0"/>
                <a:ea typeface="Cambria" pitchFamily="18" charset="0"/>
                <a:cs typeface="Carlito"/>
              </a:rPr>
              <a:t>define </a:t>
            </a:r>
            <a:r>
              <a:rPr sz="2000" spc="-5" dirty="0">
                <a:latin typeface="Cambria" pitchFamily="18" charset="0"/>
                <a:ea typeface="Cambria" pitchFamily="18" charset="0"/>
                <a:cs typeface="Carlito"/>
              </a:rPr>
              <a:t>the </a:t>
            </a:r>
            <a:r>
              <a:rPr sz="2000" spc="-30" dirty="0">
                <a:latin typeface="Cambria" pitchFamily="18" charset="0"/>
                <a:ea typeface="Cambria" pitchFamily="18" charset="0"/>
                <a:cs typeface="Carlito"/>
              </a:rPr>
              <a:t>ways </a:t>
            </a:r>
            <a:r>
              <a:rPr sz="2000" spc="-5" dirty="0">
                <a:latin typeface="Cambria" pitchFamily="18" charset="0"/>
                <a:ea typeface="Cambria" pitchFamily="18" charset="0"/>
                <a:cs typeface="Carlito"/>
              </a:rPr>
              <a:t>in which </a:t>
            </a:r>
            <a:r>
              <a:rPr sz="2000" dirty="0">
                <a:latin typeface="Cambria" pitchFamily="18" charset="0"/>
                <a:ea typeface="Cambria" pitchFamily="18" charset="0"/>
                <a:cs typeface="Carlito"/>
              </a:rPr>
              <a:t>the </a:t>
            </a:r>
            <a:r>
              <a:rPr sz="2000" spc="-30" dirty="0">
                <a:latin typeface="Cambria" pitchFamily="18" charset="0"/>
                <a:ea typeface="Cambria" pitchFamily="18" charset="0"/>
                <a:cs typeface="Carlito"/>
              </a:rPr>
              <a:t>system  </a:t>
            </a:r>
            <a:r>
              <a:rPr sz="2000" spc="-15" dirty="0">
                <a:latin typeface="Cambria" pitchFamily="18" charset="0"/>
                <a:ea typeface="Cambria" pitchFamily="18" charset="0"/>
                <a:cs typeface="Carlito"/>
              </a:rPr>
              <a:t>resources are </a:t>
            </a:r>
            <a:r>
              <a:rPr sz="2000" spc="-10" dirty="0">
                <a:latin typeface="Cambria" pitchFamily="18" charset="0"/>
                <a:ea typeface="Cambria" pitchFamily="18" charset="0"/>
                <a:cs typeface="Carlito"/>
              </a:rPr>
              <a:t>used </a:t>
            </a:r>
            <a:r>
              <a:rPr sz="2000" spc="-15" dirty="0">
                <a:latin typeface="Cambria" pitchFamily="18" charset="0"/>
                <a:ea typeface="Cambria" pitchFamily="18" charset="0"/>
                <a:cs typeface="Carlito"/>
              </a:rPr>
              <a:t>to solve </a:t>
            </a:r>
            <a:r>
              <a:rPr sz="2000" spc="-5" dirty="0">
                <a:latin typeface="Cambria" pitchFamily="18" charset="0"/>
                <a:ea typeface="Cambria" pitchFamily="18" charset="0"/>
                <a:cs typeface="Carlito"/>
              </a:rPr>
              <a:t>the computing </a:t>
            </a:r>
            <a:r>
              <a:rPr sz="2000" spc="-10" dirty="0">
                <a:latin typeface="Cambria" pitchFamily="18" charset="0"/>
                <a:ea typeface="Cambria" pitchFamily="18" charset="0"/>
                <a:cs typeface="Carlito"/>
              </a:rPr>
              <a:t>problems </a:t>
            </a:r>
            <a:r>
              <a:rPr sz="2000" spc="-5" dirty="0">
                <a:latin typeface="Cambria" pitchFamily="18" charset="0"/>
                <a:ea typeface="Cambria" pitchFamily="18" charset="0"/>
                <a:cs typeface="Carlito"/>
              </a:rPr>
              <a:t>of the </a:t>
            </a:r>
            <a:r>
              <a:rPr sz="2000" spc="-15" dirty="0">
                <a:latin typeface="Cambria" pitchFamily="18" charset="0"/>
                <a:ea typeface="Cambria" pitchFamily="18" charset="0"/>
                <a:cs typeface="Carlito"/>
              </a:rPr>
              <a:t>users  (compilers, </a:t>
            </a:r>
            <a:r>
              <a:rPr sz="2000" spc="-10" dirty="0">
                <a:latin typeface="Cambria" pitchFamily="18" charset="0"/>
                <a:ea typeface="Cambria" pitchFamily="18" charset="0"/>
                <a:cs typeface="Carlito"/>
              </a:rPr>
              <a:t>database </a:t>
            </a:r>
            <a:r>
              <a:rPr sz="2000" spc="-25" dirty="0">
                <a:latin typeface="Cambria" pitchFamily="18" charset="0"/>
                <a:ea typeface="Cambria" pitchFamily="18" charset="0"/>
                <a:cs typeface="Carlito"/>
              </a:rPr>
              <a:t>systems, </a:t>
            </a:r>
            <a:r>
              <a:rPr sz="2000" spc="-10" dirty="0">
                <a:latin typeface="Cambria" pitchFamily="18" charset="0"/>
                <a:ea typeface="Cambria" pitchFamily="18" charset="0"/>
                <a:cs typeface="Carlito"/>
              </a:rPr>
              <a:t>video </a:t>
            </a:r>
            <a:r>
              <a:rPr sz="2000" spc="-20" dirty="0">
                <a:latin typeface="Cambria" pitchFamily="18" charset="0"/>
                <a:ea typeface="Cambria" pitchFamily="18" charset="0"/>
                <a:cs typeface="Carlito"/>
              </a:rPr>
              <a:t>games, </a:t>
            </a:r>
            <a:r>
              <a:rPr sz="2000" spc="-10" dirty="0">
                <a:latin typeface="Cambria" pitchFamily="18" charset="0"/>
                <a:ea typeface="Cambria" pitchFamily="18" charset="0"/>
                <a:cs typeface="Carlito"/>
              </a:rPr>
              <a:t>business</a:t>
            </a:r>
            <a:r>
              <a:rPr sz="2000" spc="415" dirty="0">
                <a:latin typeface="Cambria" pitchFamily="18" charset="0"/>
                <a:ea typeface="Cambria" pitchFamily="18" charset="0"/>
                <a:cs typeface="Carlito"/>
              </a:rPr>
              <a:t> </a:t>
            </a:r>
            <a:r>
              <a:rPr sz="2000" spc="-15">
                <a:latin typeface="Cambria" pitchFamily="18" charset="0"/>
                <a:ea typeface="Cambria" pitchFamily="18" charset="0"/>
                <a:cs typeface="Carlito"/>
              </a:rPr>
              <a:t>programs</a:t>
            </a:r>
            <a:r>
              <a:rPr sz="2000" spc="-15" smtClean="0">
                <a:latin typeface="Cambria" pitchFamily="18" charset="0"/>
                <a:ea typeface="Cambria" pitchFamily="18" charset="0"/>
                <a:cs typeface="Carlito"/>
              </a:rPr>
              <a:t>).</a:t>
            </a:r>
            <a:endParaRPr lang="en-IN" sz="2000" spc="-15" dirty="0" smtClean="0">
              <a:latin typeface="Cambria" pitchFamily="18" charset="0"/>
              <a:ea typeface="Cambria" pitchFamily="18" charset="0"/>
              <a:cs typeface="Carlito"/>
            </a:endParaRPr>
          </a:p>
          <a:p>
            <a:pPr marL="241300" marR="257810" indent="-228600" algn="just">
              <a:lnSpc>
                <a:spcPct val="90000"/>
              </a:lnSpc>
              <a:spcBef>
                <a:spcPts val="1005"/>
              </a:spcBef>
              <a:buAutoNum type="arabicPeriod"/>
              <a:tabLst>
                <a:tab pos="241300" algn="l"/>
              </a:tabLst>
            </a:pPr>
            <a:endParaRPr sz="2000" dirty="0">
              <a:latin typeface="Cambria" pitchFamily="18" charset="0"/>
              <a:ea typeface="Cambria" pitchFamily="18" charset="0"/>
              <a:cs typeface="Carlito"/>
            </a:endParaRPr>
          </a:p>
          <a:p>
            <a:pPr marL="241300" indent="-228600" algn="just">
              <a:lnSpc>
                <a:spcPct val="100000"/>
              </a:lnSpc>
              <a:spcBef>
                <a:spcPts val="775"/>
              </a:spcBef>
              <a:buAutoNum type="arabicPeriod"/>
              <a:tabLst>
                <a:tab pos="241300" algn="l"/>
              </a:tabLst>
            </a:pPr>
            <a:r>
              <a:rPr sz="2000" spc="-20" dirty="0">
                <a:latin typeface="Cambria" pitchFamily="18" charset="0"/>
                <a:ea typeface="Cambria" pitchFamily="18" charset="0"/>
                <a:cs typeface="Carlito"/>
              </a:rPr>
              <a:t>Users </a:t>
            </a:r>
            <a:r>
              <a:rPr sz="2000" spc="-10" dirty="0">
                <a:latin typeface="Cambria" pitchFamily="18" charset="0"/>
                <a:ea typeface="Cambria" pitchFamily="18" charset="0"/>
                <a:cs typeface="Carlito"/>
              </a:rPr>
              <a:t>(people, machines, </a:t>
            </a:r>
            <a:r>
              <a:rPr sz="2000" spc="-5" dirty="0">
                <a:latin typeface="Cambria" pitchFamily="18" charset="0"/>
                <a:ea typeface="Cambria" pitchFamily="18" charset="0"/>
                <a:cs typeface="Carlito"/>
              </a:rPr>
              <a:t>other</a:t>
            </a:r>
            <a:r>
              <a:rPr sz="2000" spc="180" dirty="0">
                <a:latin typeface="Cambria" pitchFamily="18" charset="0"/>
                <a:ea typeface="Cambria" pitchFamily="18" charset="0"/>
                <a:cs typeface="Carlito"/>
              </a:rPr>
              <a:t> </a:t>
            </a:r>
            <a:r>
              <a:rPr sz="2000" spc="-15" dirty="0">
                <a:latin typeface="Cambria" pitchFamily="18" charset="0"/>
                <a:ea typeface="Cambria" pitchFamily="18" charset="0"/>
                <a:cs typeface="Carlito"/>
              </a:rPr>
              <a:t>computers).</a:t>
            </a:r>
            <a:endParaRPr sz="2000" dirty="0">
              <a:latin typeface="Cambria" pitchFamily="18" charset="0"/>
              <a:ea typeface="Cambria" pitchFamily="18" charset="0"/>
              <a:cs typeface="Carli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140" y="304800"/>
            <a:ext cx="2819033" cy="838200"/>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smtClean="0">
                <a:ln>
                  <a:noFill/>
                </a:ln>
                <a:solidFill>
                  <a:srgbClr val="FF0000"/>
                </a:solidFill>
                <a:effectLst/>
                <a:uLnTx/>
                <a:uFillTx/>
                <a:latin typeface="Cambria" pitchFamily="18" charset="0"/>
                <a:ea typeface="Cambria" pitchFamily="18" charset="0"/>
                <a:cs typeface="+mj-cs"/>
              </a:rPr>
              <a:t>Lecture 3</a:t>
            </a:r>
            <a:endParaRPr kumimoji="0" lang="en-US" sz="3200" b="1" i="0" u="none" strike="noStrike" kern="0" cap="none" spc="0" normalizeH="0" baseline="0" noProof="0" dirty="0">
              <a:ln>
                <a:noFill/>
              </a:ln>
              <a:solidFill>
                <a:srgbClr val="FF0000"/>
              </a:solidFill>
              <a:effectLst/>
              <a:uLnTx/>
              <a:uFillTx/>
              <a:latin typeface="Cambria" pitchFamily="18" charset="0"/>
              <a:ea typeface="Cambria" pitchFamily="18" charset="0"/>
              <a:cs typeface="+mj-cs"/>
            </a:endParaRPr>
          </a:p>
        </p:txBody>
      </p:sp>
      <p:sp>
        <p:nvSpPr>
          <p:cNvPr id="3" name="Rectangle 1"/>
          <p:cNvSpPr>
            <a:spLocks noChangeArrowheads="1"/>
          </p:cNvSpPr>
          <p:nvPr/>
        </p:nvSpPr>
        <p:spPr bwMode="auto">
          <a:xfrm>
            <a:off x="380166" y="1214422"/>
            <a:ext cx="11644394" cy="2062103"/>
          </a:xfrm>
          <a:prstGeom prst="rect">
            <a:avLst/>
          </a:prstGeom>
          <a:noFill/>
          <a:ln w="28575">
            <a:solidFill>
              <a:schemeClr val="accent5">
                <a:lumMod val="7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3200" b="1" dirty="0" smtClean="0">
                <a:latin typeface="Cambria" pitchFamily="18" charset="0"/>
                <a:ea typeface="Cambria" pitchFamily="18" charset="0"/>
                <a:cs typeface="Arial" pitchFamily="34" charset="0"/>
              </a:rPr>
              <a:t>Operating System Services </a:t>
            </a:r>
          </a:p>
          <a:p>
            <a:pPr lvl="0" fontAlgn="base">
              <a:spcBef>
                <a:spcPct val="0"/>
              </a:spcBef>
              <a:spcAft>
                <a:spcPct val="0"/>
              </a:spcAft>
            </a:pPr>
            <a:endParaRPr lang="en-US" sz="3200" b="1" dirty="0" smtClean="0">
              <a:latin typeface="Cambria" pitchFamily="18" charset="0"/>
              <a:ea typeface="Cambria" pitchFamily="18" charset="0"/>
              <a:cs typeface="Arial" pitchFamily="34" charset="0"/>
            </a:endParaRP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LO1: Explain the various functions of operating system services.</a:t>
            </a:r>
            <a:endParaRPr lang="en-US" sz="2800" b="1" dirty="0" smtClean="0">
              <a:solidFill>
                <a:srgbClr val="7030A0"/>
              </a:solidFill>
              <a:latin typeface="Cambria" pitchFamily="18" charset="0"/>
              <a:ea typeface="Cambria" pitchFamily="18" charset="0"/>
              <a:cs typeface="Arial"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51331" y="0"/>
            <a:ext cx="10287761" cy="627736"/>
          </a:xfrm>
          <a:prstGeom prst="rect">
            <a:avLst/>
          </a:prstGeom>
        </p:spPr>
        <p:txBody>
          <a:bodyPr vert="horz" wrap="square" lIns="0" tIns="12065" rIns="0" bIns="0" rtlCol="0">
            <a:spAutoFit/>
          </a:bodyPr>
          <a:lstStyle/>
          <a:p>
            <a:pPr marL="12700" algn="ctr">
              <a:lnSpc>
                <a:spcPct val="100000"/>
              </a:lnSpc>
              <a:spcBef>
                <a:spcPts val="95"/>
              </a:spcBef>
            </a:pPr>
            <a:r>
              <a:rPr sz="4000" spc="-15" dirty="0">
                <a:latin typeface="Cambria" pitchFamily="18" charset="0"/>
                <a:ea typeface="Cambria" pitchFamily="18" charset="0"/>
                <a:cs typeface="Caladea"/>
              </a:rPr>
              <a:t>Operating </a:t>
            </a:r>
            <a:r>
              <a:rPr sz="4000" spc="-35" dirty="0">
                <a:latin typeface="Cambria" pitchFamily="18" charset="0"/>
                <a:ea typeface="Cambria" pitchFamily="18" charset="0"/>
                <a:cs typeface="Caladea"/>
              </a:rPr>
              <a:t>System</a:t>
            </a:r>
            <a:r>
              <a:rPr sz="4000" spc="15" dirty="0">
                <a:latin typeface="Cambria" pitchFamily="18" charset="0"/>
                <a:ea typeface="Cambria" pitchFamily="18" charset="0"/>
                <a:cs typeface="Caladea"/>
              </a:rPr>
              <a:t> </a:t>
            </a:r>
            <a:r>
              <a:rPr sz="4000" spc="-10" dirty="0">
                <a:latin typeface="Cambria" pitchFamily="18" charset="0"/>
                <a:ea typeface="Cambria" pitchFamily="18" charset="0"/>
                <a:cs typeface="Caladea"/>
              </a:rPr>
              <a:t>Services</a:t>
            </a:r>
            <a:endParaRPr sz="4000" dirty="0">
              <a:latin typeface="Cambria" pitchFamily="18" charset="0"/>
              <a:ea typeface="Cambria" pitchFamily="18" charset="0"/>
              <a:cs typeface="Caladea"/>
            </a:endParaRPr>
          </a:p>
        </p:txBody>
      </p:sp>
      <p:sp>
        <p:nvSpPr>
          <p:cNvPr id="3" name="object 3"/>
          <p:cNvSpPr txBox="1"/>
          <p:nvPr/>
        </p:nvSpPr>
        <p:spPr>
          <a:xfrm>
            <a:off x="406351" y="685802"/>
            <a:ext cx="11377719" cy="846386"/>
          </a:xfrm>
          <a:prstGeom prst="rect">
            <a:avLst/>
          </a:prstGeom>
          <a:ln>
            <a:solidFill>
              <a:schemeClr val="accent1"/>
            </a:solidFill>
          </a:ln>
        </p:spPr>
        <p:txBody>
          <a:bodyPr vert="horz" wrap="square" lIns="0" tIns="12700" rIns="0" bIns="0" rtlCol="0">
            <a:spAutoFit/>
          </a:bodyPr>
          <a:lstStyle/>
          <a:p>
            <a:pPr marL="355600" indent="-342900" algn="just">
              <a:lnSpc>
                <a:spcPts val="2050"/>
              </a:lnSpc>
              <a:spcBef>
                <a:spcPts val="100"/>
              </a:spcBef>
              <a:buFont typeface="Arial" panose="020B0604020202020204" pitchFamily="34" charset="0"/>
              <a:buChar char="•"/>
              <a:tabLst>
                <a:tab pos="240665" algn="l"/>
                <a:tab pos="241300" algn="l"/>
              </a:tabLst>
            </a:pPr>
            <a:r>
              <a:rPr lang="en-US" sz="2000" b="1" spc="-5" dirty="0">
                <a:latin typeface="Cambria" pitchFamily="18" charset="0"/>
                <a:ea typeface="Cambria" pitchFamily="18" charset="0"/>
                <a:cs typeface="Caladea"/>
              </a:rPr>
              <a:t>OS </a:t>
            </a:r>
            <a:r>
              <a:rPr lang="en-US" sz="2000" spc="-5" dirty="0">
                <a:latin typeface="Cambria" pitchFamily="18" charset="0"/>
                <a:ea typeface="Cambria" pitchFamily="18" charset="0"/>
                <a:cs typeface="Caladea"/>
              </a:rPr>
              <a:t>provides some services to programs &amp; as well as to users of those programs.</a:t>
            </a:r>
          </a:p>
          <a:p>
            <a:pPr marL="355600" indent="-342900" algn="just">
              <a:lnSpc>
                <a:spcPts val="2050"/>
              </a:lnSpc>
              <a:spcBef>
                <a:spcPts val="100"/>
              </a:spcBef>
              <a:buFont typeface="Arial" panose="020B0604020202020204" pitchFamily="34" charset="0"/>
              <a:buChar char="•"/>
              <a:tabLst>
                <a:tab pos="240665" algn="l"/>
                <a:tab pos="241300" algn="l"/>
              </a:tabLst>
            </a:pPr>
            <a:r>
              <a:rPr lang="en-US" sz="2000" spc="-5" dirty="0">
                <a:latin typeface="Cambria" pitchFamily="18" charset="0"/>
                <a:ea typeface="Cambria" pitchFamily="18" charset="0"/>
                <a:cs typeface="Caladea"/>
              </a:rPr>
              <a:t>Services provided by an OS differ from one OS to another but there is some common classes</a:t>
            </a:r>
          </a:p>
          <a:p>
            <a:pPr marL="355600" indent="-342900" algn="just">
              <a:lnSpc>
                <a:spcPts val="2050"/>
              </a:lnSpc>
              <a:spcBef>
                <a:spcPts val="100"/>
              </a:spcBef>
              <a:buFont typeface="Arial" panose="020B0604020202020204" pitchFamily="34" charset="0"/>
              <a:buChar char="•"/>
              <a:tabLst>
                <a:tab pos="240665" algn="l"/>
                <a:tab pos="241300" algn="l"/>
              </a:tabLst>
            </a:pPr>
            <a:r>
              <a:rPr lang="en-US" sz="2000" spc="-5" dirty="0">
                <a:latin typeface="Cambria" pitchFamily="18" charset="0"/>
                <a:ea typeface="Cambria" pitchFamily="18" charset="0"/>
                <a:cs typeface="Caladea"/>
              </a:rPr>
              <a:t>OS provides some services for the convenience of programmer to make programming easy.</a:t>
            </a:r>
            <a:endParaRPr lang="en-US" sz="2400" spc="-5" dirty="0">
              <a:latin typeface="Cambria" pitchFamily="18" charset="0"/>
              <a:ea typeface="Cambria" pitchFamily="18" charset="0"/>
              <a:cs typeface="Caladea"/>
            </a:endParaRPr>
          </a:p>
        </p:txBody>
      </p:sp>
      <p:pic>
        <p:nvPicPr>
          <p:cNvPr id="6" name="Picture 4" descr="2"/>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451604" y="1643050"/>
            <a:ext cx="11287204" cy="4857784"/>
          </a:xfrm>
          <a:prstGeom prst="rect">
            <a:avLst/>
          </a:prstGeom>
          <a:noFill/>
          <a:ln>
            <a:solidFill>
              <a:schemeClr val="accent1"/>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37290" y="214290"/>
            <a:ext cx="9954657" cy="430887"/>
          </a:xfrm>
        </p:spPr>
        <p:txBody>
          <a:bodyPr/>
          <a:lstStyle/>
          <a:p>
            <a:r>
              <a:rPr lang="en-US" spc="-15" dirty="0">
                <a:latin typeface="Cambria" pitchFamily="18" charset="0"/>
                <a:ea typeface="Cambria" pitchFamily="18" charset="0"/>
                <a:cs typeface="Caladea"/>
              </a:rPr>
              <a:t>Operating </a:t>
            </a:r>
            <a:r>
              <a:rPr lang="en-US" spc="-35" dirty="0">
                <a:latin typeface="Cambria" pitchFamily="18" charset="0"/>
                <a:ea typeface="Cambria" pitchFamily="18" charset="0"/>
                <a:cs typeface="Caladea"/>
              </a:rPr>
              <a:t>System</a:t>
            </a:r>
            <a:r>
              <a:rPr lang="en-US" spc="15" dirty="0">
                <a:latin typeface="Cambria" pitchFamily="18" charset="0"/>
                <a:ea typeface="Cambria" pitchFamily="18" charset="0"/>
                <a:cs typeface="Caladea"/>
              </a:rPr>
              <a:t> </a:t>
            </a:r>
            <a:r>
              <a:rPr lang="en-US" spc="-10" dirty="0">
                <a:latin typeface="Cambria" pitchFamily="18" charset="0"/>
                <a:ea typeface="Cambria" pitchFamily="18" charset="0"/>
                <a:cs typeface="Caladea"/>
              </a:rPr>
              <a:t>Services</a:t>
            </a:r>
            <a:endParaRPr lang="en-US" dirty="0">
              <a:latin typeface="Cambria" pitchFamily="18" charset="0"/>
              <a:ea typeface="Cambria" pitchFamily="18" charset="0"/>
            </a:endParaRPr>
          </a:p>
        </p:txBody>
      </p:sp>
      <p:sp>
        <p:nvSpPr>
          <p:cNvPr id="3" name="Text Placeholder 2"/>
          <p:cNvSpPr>
            <a:spLocks noGrp="1"/>
          </p:cNvSpPr>
          <p:nvPr>
            <p:ph type="body" idx="1"/>
          </p:nvPr>
        </p:nvSpPr>
        <p:spPr>
          <a:xfrm>
            <a:off x="165852" y="714357"/>
            <a:ext cx="11858708" cy="5078313"/>
          </a:xfrm>
          <a:ln>
            <a:solidFill>
              <a:schemeClr val="accent1"/>
            </a:solidFill>
          </a:ln>
        </p:spPr>
        <p:txBody>
          <a:bodyPr/>
          <a:lstStyle/>
          <a:p>
            <a:r>
              <a:rPr lang="en-US" b="1" dirty="0">
                <a:latin typeface="Cambria" pitchFamily="18" charset="0"/>
                <a:ea typeface="Cambria" pitchFamily="18" charset="0"/>
              </a:rPr>
              <a:t>1) User Interface (UI)</a:t>
            </a:r>
          </a:p>
          <a:p>
            <a:pPr marL="971550" lvl="1" indent="-514350">
              <a:buFont typeface="Wingdings" panose="05000000000000000000" pitchFamily="2" charset="2"/>
              <a:buChar char="§"/>
            </a:pPr>
            <a:r>
              <a:rPr lang="en-US" sz="2000" dirty="0">
                <a:latin typeface="Cambria" pitchFamily="18" charset="0"/>
                <a:ea typeface="Cambria" pitchFamily="18" charset="0"/>
              </a:rPr>
              <a:t>Almost all OS have UI, in order to interact with the computer</a:t>
            </a:r>
          </a:p>
          <a:p>
            <a:pPr marL="971550" lvl="1" indent="-514350">
              <a:buFont typeface="Wingdings" panose="05000000000000000000" pitchFamily="2" charset="2"/>
              <a:buChar char="§"/>
            </a:pPr>
            <a:r>
              <a:rPr lang="en-US" sz="2000" dirty="0">
                <a:latin typeface="Cambria" pitchFamily="18" charset="0"/>
                <a:ea typeface="Cambria" pitchFamily="18" charset="0"/>
              </a:rPr>
              <a:t>Any OS provides UI in different forms</a:t>
            </a:r>
          </a:p>
          <a:p>
            <a:pPr marL="746125" lvl="1" indent="-288925">
              <a:buAutoNum type="alphaLcParenR"/>
            </a:pPr>
            <a:r>
              <a:rPr lang="en-US" sz="2000" dirty="0">
                <a:latin typeface="Cambria" pitchFamily="18" charset="0"/>
                <a:ea typeface="Cambria" pitchFamily="18" charset="0"/>
              </a:rPr>
              <a:t> </a:t>
            </a:r>
            <a:r>
              <a:rPr lang="en-US" sz="2000" dirty="0">
                <a:solidFill>
                  <a:srgbClr val="FF0000"/>
                </a:solidFill>
                <a:latin typeface="Cambria" pitchFamily="18" charset="0"/>
                <a:ea typeface="Cambria" pitchFamily="18" charset="0"/>
              </a:rPr>
              <a:t>Command line interface</a:t>
            </a:r>
            <a:r>
              <a:rPr lang="en-US" sz="2000" dirty="0">
                <a:latin typeface="Cambria" pitchFamily="18" charset="0"/>
                <a:ea typeface="Cambria" pitchFamily="18" charset="0"/>
              </a:rPr>
              <a:t>- uses text commands at the command prompt</a:t>
            </a:r>
          </a:p>
          <a:p>
            <a:pPr marL="800100" lvl="1" indent="-342900">
              <a:buAutoNum type="alphaLcParenR"/>
            </a:pPr>
            <a:r>
              <a:rPr lang="en-US" sz="2000" dirty="0">
                <a:solidFill>
                  <a:srgbClr val="FF0000"/>
                </a:solidFill>
                <a:latin typeface="Cambria" pitchFamily="18" charset="0"/>
                <a:ea typeface="Cambria" pitchFamily="18" charset="0"/>
              </a:rPr>
              <a:t>Batch interface</a:t>
            </a:r>
            <a:r>
              <a:rPr lang="en-US" sz="2000" dirty="0">
                <a:latin typeface="Cambria" pitchFamily="18" charset="0"/>
                <a:ea typeface="Cambria" pitchFamily="18" charset="0"/>
              </a:rPr>
              <a:t>—commands, methods &amp; directives are entered into files &amp; those files are executed</a:t>
            </a:r>
          </a:p>
          <a:p>
            <a:pPr marL="800100" lvl="1" indent="-342900">
              <a:buAutoNum type="alphaLcParenR"/>
            </a:pPr>
            <a:r>
              <a:rPr lang="en-US" sz="2000" dirty="0">
                <a:solidFill>
                  <a:srgbClr val="FF0000"/>
                </a:solidFill>
                <a:latin typeface="Cambria" pitchFamily="18" charset="0"/>
                <a:ea typeface="Cambria" pitchFamily="18" charset="0"/>
              </a:rPr>
              <a:t>GUI</a:t>
            </a:r>
            <a:r>
              <a:rPr lang="en-US" sz="2000" dirty="0">
                <a:latin typeface="Cambria" pitchFamily="18" charset="0"/>
                <a:ea typeface="Cambria" pitchFamily="18" charset="0"/>
              </a:rPr>
              <a:t>—common in almost all the OS</a:t>
            </a:r>
          </a:p>
          <a:p>
            <a:pPr marL="800100" lvl="1" indent="-342900">
              <a:buAutoNum type="alphaLcParenR"/>
            </a:pPr>
            <a:r>
              <a:rPr lang="en-US" sz="2000" dirty="0">
                <a:solidFill>
                  <a:srgbClr val="FF0000"/>
                </a:solidFill>
                <a:latin typeface="Cambria" pitchFamily="18" charset="0"/>
                <a:ea typeface="Cambria" pitchFamily="18" charset="0"/>
              </a:rPr>
              <a:t>Touch screen interface- </a:t>
            </a:r>
            <a:r>
              <a:rPr lang="en-US" sz="2000" dirty="0">
                <a:latin typeface="Cambria" pitchFamily="18" charset="0"/>
                <a:ea typeface="Cambria" pitchFamily="18" charset="0"/>
              </a:rPr>
              <a:t>users use their fingers across the screen and pressing the buttons to select choices</a:t>
            </a:r>
            <a:r>
              <a:rPr lang="en-US" sz="2000" dirty="0" smtClean="0">
                <a:latin typeface="Cambria" pitchFamily="18" charset="0"/>
                <a:ea typeface="Cambria" pitchFamily="18" charset="0"/>
              </a:rPr>
              <a:t>.</a:t>
            </a:r>
          </a:p>
          <a:p>
            <a:pPr marL="800100" lvl="1" indent="-342900">
              <a:buAutoNum type="alphaLcParenR"/>
            </a:pPr>
            <a:endParaRPr lang="en-US" dirty="0">
              <a:latin typeface="Cambria" pitchFamily="18" charset="0"/>
              <a:ea typeface="Cambria" pitchFamily="18" charset="0"/>
            </a:endParaRPr>
          </a:p>
          <a:p>
            <a:pPr marL="0" lvl="1" algn="just"/>
            <a:r>
              <a:rPr lang="en-US" sz="2800" b="1" dirty="0">
                <a:solidFill>
                  <a:schemeClr val="tx1"/>
                </a:solidFill>
                <a:latin typeface="Cambria" pitchFamily="18" charset="0"/>
                <a:ea typeface="Cambria" pitchFamily="18" charset="0"/>
                <a:cs typeface="Caladea"/>
              </a:rPr>
              <a:t>2) Program execution </a:t>
            </a:r>
          </a:p>
          <a:p>
            <a:pPr lvl="1" algn="just">
              <a:buFont typeface="Arial" panose="020B0604020202020204" pitchFamily="34" charset="0"/>
              <a:buChar char="•"/>
            </a:pPr>
            <a:r>
              <a:rPr lang="en-US" sz="2800" b="1" spc="-15" dirty="0">
                <a:solidFill>
                  <a:schemeClr val="tx1"/>
                </a:solidFill>
                <a:latin typeface="Cambria" pitchFamily="18" charset="0"/>
                <a:ea typeface="Cambria" pitchFamily="18" charset="0"/>
              </a:rPr>
              <a:t>	</a:t>
            </a:r>
            <a:r>
              <a:rPr lang="en-US" sz="2000" dirty="0">
                <a:latin typeface="Cambria" pitchFamily="18" charset="0"/>
                <a:ea typeface="Cambria" pitchFamily="18" charset="0"/>
              </a:rPr>
              <a:t>OS must be able to </a:t>
            </a:r>
            <a:r>
              <a:rPr lang="en-US" sz="2000" dirty="0">
                <a:solidFill>
                  <a:srgbClr val="FF0000"/>
                </a:solidFill>
                <a:latin typeface="Cambria" pitchFamily="18" charset="0"/>
                <a:ea typeface="Cambria" pitchFamily="18" charset="0"/>
              </a:rPr>
              <a:t>load</a:t>
            </a:r>
            <a:r>
              <a:rPr lang="en-US" sz="2000" dirty="0">
                <a:latin typeface="Cambria" pitchFamily="18" charset="0"/>
                <a:ea typeface="Cambria" pitchFamily="18" charset="0"/>
              </a:rPr>
              <a:t> a program from secondary memory into main memory and </a:t>
            </a:r>
            <a:r>
              <a:rPr lang="en-US" sz="2000" dirty="0">
                <a:solidFill>
                  <a:srgbClr val="FF0000"/>
                </a:solidFill>
                <a:latin typeface="Cambria" pitchFamily="18" charset="0"/>
                <a:ea typeface="Cambria" pitchFamily="18" charset="0"/>
              </a:rPr>
              <a:t>to run it</a:t>
            </a:r>
            <a:r>
              <a:rPr lang="en-US" sz="2000" dirty="0">
                <a:latin typeface="Cambria" pitchFamily="18" charset="0"/>
                <a:ea typeface="Cambria" pitchFamily="18" charset="0"/>
              </a:rPr>
              <a:t>.</a:t>
            </a:r>
          </a:p>
          <a:p>
            <a:pPr marL="914400" lvl="1" indent="-457200" algn="just">
              <a:buFont typeface="Arial" panose="020B0604020202020204" pitchFamily="34" charset="0"/>
              <a:buChar char="•"/>
            </a:pPr>
            <a:r>
              <a:rPr lang="en-US" sz="2000" dirty="0">
                <a:latin typeface="Cambria" pitchFamily="18" charset="0"/>
                <a:ea typeface="Cambria" pitchFamily="18" charset="0"/>
              </a:rPr>
              <a:t>After execution, OS should </a:t>
            </a:r>
            <a:r>
              <a:rPr lang="en-US" sz="2000" dirty="0">
                <a:solidFill>
                  <a:srgbClr val="FF0000"/>
                </a:solidFill>
                <a:latin typeface="Cambria" pitchFamily="18" charset="0"/>
                <a:ea typeface="Cambria" pitchFamily="18" charset="0"/>
              </a:rPr>
              <a:t>end that program </a:t>
            </a:r>
            <a:r>
              <a:rPr lang="en-US" sz="2000" dirty="0">
                <a:latin typeface="Cambria" pitchFamily="18" charset="0"/>
                <a:ea typeface="Cambria" pitchFamily="18" charset="0"/>
              </a:rPr>
              <a:t>either normally (successful case) or abnormally (indicating error)</a:t>
            </a:r>
          </a:p>
          <a:p>
            <a:pPr marL="0" lvl="1" algn="just"/>
            <a:endParaRPr lang="en-US" sz="2000" dirty="0">
              <a:latin typeface="Cambria" pitchFamily="18" charset="0"/>
              <a:ea typeface="Cambria" pitchFamily="18" charset="0"/>
            </a:endParaRPr>
          </a:p>
          <a:p>
            <a:pPr marL="0" lvl="1"/>
            <a:r>
              <a:rPr lang="en-US" sz="2800" b="1" dirty="0">
                <a:solidFill>
                  <a:schemeClr val="tx1"/>
                </a:solidFill>
                <a:latin typeface="Cambria" pitchFamily="18" charset="0"/>
                <a:ea typeface="Cambria" pitchFamily="18" charset="0"/>
              </a:rPr>
              <a:t>  </a:t>
            </a:r>
            <a:endParaRPr lang="en-US" sz="2000" dirty="0">
              <a:latin typeface="Cambria" pitchFamily="18" charset="0"/>
              <a:ea typeface="Cambria" pitchFamily="18" charset="0"/>
            </a:endParaRPr>
          </a:p>
        </p:txBody>
      </p:sp>
    </p:spTree>
    <p:extLst>
      <p:ext uri="{BB962C8B-B14F-4D97-AF65-F5344CB8AC3E}">
        <p14:creationId xmlns="" xmlns:p14="http://schemas.microsoft.com/office/powerpoint/2010/main" val="39562714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8728" y="214290"/>
            <a:ext cx="9954657" cy="430887"/>
          </a:xfrm>
        </p:spPr>
        <p:txBody>
          <a:bodyPr/>
          <a:lstStyle/>
          <a:p>
            <a:r>
              <a:rPr lang="en-US" spc="-15" dirty="0">
                <a:latin typeface="Cambria" pitchFamily="18" charset="0"/>
                <a:ea typeface="Cambria" pitchFamily="18" charset="0"/>
                <a:cs typeface="Caladea"/>
              </a:rPr>
              <a:t>Operating </a:t>
            </a:r>
            <a:r>
              <a:rPr lang="en-US" spc="-35" dirty="0">
                <a:latin typeface="Cambria" pitchFamily="18" charset="0"/>
                <a:ea typeface="Cambria" pitchFamily="18" charset="0"/>
                <a:cs typeface="Caladea"/>
              </a:rPr>
              <a:t>System</a:t>
            </a:r>
            <a:r>
              <a:rPr lang="en-US" spc="15" dirty="0">
                <a:latin typeface="Cambria" pitchFamily="18" charset="0"/>
                <a:ea typeface="Cambria" pitchFamily="18" charset="0"/>
                <a:cs typeface="Caladea"/>
              </a:rPr>
              <a:t> </a:t>
            </a:r>
            <a:r>
              <a:rPr lang="en-US" spc="-10" dirty="0">
                <a:latin typeface="Cambria" pitchFamily="18" charset="0"/>
                <a:ea typeface="Cambria" pitchFamily="18" charset="0"/>
                <a:cs typeface="Caladea"/>
              </a:rPr>
              <a:t>Services</a:t>
            </a:r>
            <a:endParaRPr lang="en-US" dirty="0">
              <a:latin typeface="Cambria" pitchFamily="18" charset="0"/>
              <a:ea typeface="Cambria" pitchFamily="18" charset="0"/>
            </a:endParaRPr>
          </a:p>
        </p:txBody>
      </p:sp>
      <p:sp>
        <p:nvSpPr>
          <p:cNvPr id="3" name="Text Placeholder 2"/>
          <p:cNvSpPr>
            <a:spLocks noGrp="1"/>
          </p:cNvSpPr>
          <p:nvPr>
            <p:ph type="body" idx="1"/>
          </p:nvPr>
        </p:nvSpPr>
        <p:spPr>
          <a:xfrm>
            <a:off x="308728" y="857232"/>
            <a:ext cx="11715832" cy="3754874"/>
          </a:xfrm>
          <a:ln>
            <a:solidFill>
              <a:schemeClr val="accent1"/>
            </a:solidFill>
          </a:ln>
        </p:spPr>
        <p:txBody>
          <a:bodyPr/>
          <a:lstStyle/>
          <a:p>
            <a:pPr marL="0" lvl="1" algn="just"/>
            <a:r>
              <a:rPr lang="en-US" sz="2800" b="1" dirty="0">
                <a:solidFill>
                  <a:schemeClr val="tx1"/>
                </a:solidFill>
                <a:latin typeface="Cambria" pitchFamily="18" charset="0"/>
                <a:ea typeface="Cambria" pitchFamily="18" charset="0"/>
                <a:cs typeface="Caladea"/>
              </a:rPr>
              <a:t>3) I/O operations</a:t>
            </a:r>
          </a:p>
          <a:p>
            <a:pPr marL="808038" lvl="1" indent="-350838" algn="just" defTabSz="854075">
              <a:buFont typeface="Arial" panose="020B0604020202020204" pitchFamily="34" charset="0"/>
              <a:buChar char="•"/>
              <a:tabLst>
                <a:tab pos="685800" algn="l"/>
              </a:tabLst>
            </a:pPr>
            <a:r>
              <a:rPr lang="en-US" sz="2800" dirty="0">
                <a:solidFill>
                  <a:schemeClr val="tx1"/>
                </a:solidFill>
                <a:latin typeface="Cambria" pitchFamily="18" charset="0"/>
                <a:ea typeface="Cambria" pitchFamily="18" charset="0"/>
                <a:cs typeface="Caladea"/>
              </a:rPr>
              <a:t> </a:t>
            </a:r>
            <a:r>
              <a:rPr lang="en-US" sz="2000" dirty="0">
                <a:latin typeface="Cambria" pitchFamily="18" charset="0"/>
                <a:ea typeface="Cambria" pitchFamily="18" charset="0"/>
              </a:rPr>
              <a:t>Running program may require I/O like file or I/O device.</a:t>
            </a:r>
          </a:p>
          <a:p>
            <a:pPr marL="854075" lvl="1" indent="-396875" algn="just">
              <a:buFont typeface="Arial" panose="020B0604020202020204" pitchFamily="34" charset="0"/>
              <a:buChar char="•"/>
            </a:pPr>
            <a:r>
              <a:rPr lang="en-US" sz="2000" dirty="0">
                <a:latin typeface="Cambria" pitchFamily="18" charset="0"/>
                <a:ea typeface="Cambria" pitchFamily="18" charset="0"/>
              </a:rPr>
              <a:t>For efficiency &amp; protection, users usually </a:t>
            </a:r>
            <a:r>
              <a:rPr lang="en-US" sz="2000" dirty="0">
                <a:solidFill>
                  <a:srgbClr val="FF0000"/>
                </a:solidFill>
                <a:latin typeface="Cambria" pitchFamily="18" charset="0"/>
                <a:ea typeface="Cambria" pitchFamily="18" charset="0"/>
              </a:rPr>
              <a:t>cannot control I/O devices directly </a:t>
            </a:r>
          </a:p>
          <a:p>
            <a:pPr marL="854075" lvl="1" indent="-396875" algn="just">
              <a:buFont typeface="Arial" panose="020B0604020202020204" pitchFamily="34" charset="0"/>
              <a:buChar char="•"/>
            </a:pPr>
            <a:r>
              <a:rPr lang="en-US" sz="2000" dirty="0">
                <a:latin typeface="Cambria" pitchFamily="18" charset="0"/>
                <a:ea typeface="Cambria" pitchFamily="18" charset="0"/>
              </a:rPr>
              <a:t>Therefore, OS must provide a means for controlling I/O </a:t>
            </a:r>
            <a:r>
              <a:rPr lang="en-US" sz="2000" dirty="0" smtClean="0">
                <a:latin typeface="Cambria" pitchFamily="18" charset="0"/>
                <a:ea typeface="Cambria" pitchFamily="18" charset="0"/>
              </a:rPr>
              <a:t>devices</a:t>
            </a:r>
          </a:p>
          <a:p>
            <a:pPr marL="854075" lvl="1" indent="-396875" algn="just"/>
            <a:endParaRPr lang="en-US" sz="2000" dirty="0">
              <a:latin typeface="Cambria" pitchFamily="18" charset="0"/>
              <a:ea typeface="Cambria" pitchFamily="18" charset="0"/>
            </a:endParaRPr>
          </a:p>
          <a:p>
            <a:pPr marL="0" lvl="1" algn="just"/>
            <a:r>
              <a:rPr lang="en-US" sz="2800" b="1" dirty="0">
                <a:solidFill>
                  <a:schemeClr val="tx1"/>
                </a:solidFill>
                <a:latin typeface="Cambria" pitchFamily="18" charset="0"/>
                <a:ea typeface="Cambria" pitchFamily="18" charset="0"/>
                <a:cs typeface="Caladea"/>
              </a:rPr>
              <a:t>4) File-system manipulation </a:t>
            </a:r>
          </a:p>
          <a:p>
            <a:pPr marL="854075" lvl="1" indent="-396875" algn="just">
              <a:buFont typeface="Arial" panose="020B0604020202020204" pitchFamily="34" charset="0"/>
              <a:buChar char="•"/>
            </a:pPr>
            <a:r>
              <a:rPr lang="en-US" sz="2000" dirty="0">
                <a:latin typeface="Cambria" pitchFamily="18" charset="0"/>
                <a:ea typeface="Cambria" pitchFamily="18" charset="0"/>
              </a:rPr>
              <a:t>User performs operations on files like, read, write, create, delete ,search by their names.</a:t>
            </a:r>
          </a:p>
          <a:p>
            <a:pPr marL="854075" lvl="1" indent="-396875" algn="just">
              <a:buFont typeface="Arial" panose="020B0604020202020204" pitchFamily="34" charset="0"/>
              <a:buChar char="•"/>
            </a:pPr>
            <a:r>
              <a:rPr lang="en-US" sz="2000" dirty="0">
                <a:latin typeface="Cambria" pitchFamily="18" charset="0"/>
                <a:ea typeface="Cambria" pitchFamily="18" charset="0"/>
              </a:rPr>
              <a:t>Sometimes, programs includes </a:t>
            </a:r>
            <a:r>
              <a:rPr lang="en-US" sz="2000" dirty="0">
                <a:solidFill>
                  <a:srgbClr val="FF0000"/>
                </a:solidFill>
                <a:latin typeface="Cambria" pitchFamily="18" charset="0"/>
                <a:ea typeface="Cambria" pitchFamily="18" charset="0"/>
              </a:rPr>
              <a:t>permission management </a:t>
            </a:r>
            <a:r>
              <a:rPr lang="en-US" sz="2000" dirty="0">
                <a:latin typeface="Cambria" pitchFamily="18" charset="0"/>
                <a:ea typeface="Cambria" pitchFamily="18" charset="0"/>
              </a:rPr>
              <a:t>to allow or deny access to files or directories based on file ownership</a:t>
            </a:r>
          </a:p>
          <a:p>
            <a:pPr marL="854075" lvl="1" indent="-396875" algn="just">
              <a:buFont typeface="Arial" panose="020B0604020202020204" pitchFamily="34" charset="0"/>
              <a:buChar char="•"/>
            </a:pPr>
            <a:r>
              <a:rPr lang="en-US" sz="2000" dirty="0">
                <a:latin typeface="Cambria" pitchFamily="18" charset="0"/>
                <a:ea typeface="Cambria" pitchFamily="18" charset="0"/>
              </a:rPr>
              <a:t>For all these, OS should provide some efficient features &amp; facility to perform like system manipulation</a:t>
            </a:r>
          </a:p>
        </p:txBody>
      </p:sp>
    </p:spTree>
    <p:extLst>
      <p:ext uri="{BB962C8B-B14F-4D97-AF65-F5344CB8AC3E}">
        <p14:creationId xmlns="" xmlns:p14="http://schemas.microsoft.com/office/powerpoint/2010/main" val="13916661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7"/>
            <a:ext cx="9954657" cy="430887"/>
          </a:xfrm>
        </p:spPr>
        <p:txBody>
          <a:bodyPr/>
          <a:lstStyle/>
          <a:p>
            <a:r>
              <a:rPr lang="en-US" spc="-15" dirty="0">
                <a:latin typeface="Cambria" pitchFamily="18" charset="0"/>
                <a:ea typeface="Cambria" pitchFamily="18" charset="0"/>
                <a:cs typeface="Caladea"/>
              </a:rPr>
              <a:t>Operating </a:t>
            </a:r>
            <a:r>
              <a:rPr lang="en-US" spc="-35" dirty="0">
                <a:latin typeface="Cambria" pitchFamily="18" charset="0"/>
                <a:ea typeface="Cambria" pitchFamily="18" charset="0"/>
                <a:cs typeface="Caladea"/>
              </a:rPr>
              <a:t>System</a:t>
            </a:r>
            <a:r>
              <a:rPr lang="en-US" spc="15" dirty="0">
                <a:latin typeface="Cambria" pitchFamily="18" charset="0"/>
                <a:ea typeface="Cambria" pitchFamily="18" charset="0"/>
                <a:cs typeface="Caladea"/>
              </a:rPr>
              <a:t> </a:t>
            </a:r>
            <a:r>
              <a:rPr lang="en-US" spc="-10" dirty="0">
                <a:latin typeface="Cambria" pitchFamily="18" charset="0"/>
                <a:ea typeface="Cambria" pitchFamily="18" charset="0"/>
                <a:cs typeface="Caladea"/>
              </a:rPr>
              <a:t>Services</a:t>
            </a:r>
            <a:endParaRPr lang="en-US" dirty="0">
              <a:latin typeface="Cambria" pitchFamily="18" charset="0"/>
              <a:ea typeface="Cambria" pitchFamily="18" charset="0"/>
            </a:endParaRPr>
          </a:p>
        </p:txBody>
      </p:sp>
      <p:sp>
        <p:nvSpPr>
          <p:cNvPr id="3" name="Text Placeholder 2"/>
          <p:cNvSpPr>
            <a:spLocks noGrp="1"/>
          </p:cNvSpPr>
          <p:nvPr>
            <p:ph type="body" idx="1"/>
          </p:nvPr>
        </p:nvSpPr>
        <p:spPr>
          <a:xfrm>
            <a:off x="165855" y="642918"/>
            <a:ext cx="12024558" cy="3908762"/>
          </a:xfrm>
          <a:ln>
            <a:solidFill>
              <a:schemeClr val="accent1"/>
            </a:solidFill>
          </a:ln>
        </p:spPr>
        <p:txBody>
          <a:bodyPr/>
          <a:lstStyle/>
          <a:p>
            <a:r>
              <a:rPr lang="en-US" b="1" dirty="0">
                <a:latin typeface="Cambria" pitchFamily="18" charset="0"/>
                <a:ea typeface="Cambria" pitchFamily="18" charset="0"/>
              </a:rPr>
              <a:t>5) Communications</a:t>
            </a:r>
          </a:p>
          <a:p>
            <a:pPr marL="854075" lvl="1" indent="-396875" algn="just">
              <a:buFont typeface="Arial" panose="020B0604020202020204" pitchFamily="34" charset="0"/>
              <a:buChar char="•"/>
            </a:pPr>
            <a:r>
              <a:rPr lang="en-US" dirty="0">
                <a:latin typeface="Cambria" pitchFamily="18" charset="0"/>
                <a:ea typeface="Cambria" pitchFamily="18" charset="0"/>
              </a:rPr>
              <a:t>In some situations, </a:t>
            </a:r>
            <a:r>
              <a:rPr lang="en-US" dirty="0">
                <a:solidFill>
                  <a:srgbClr val="FF0000"/>
                </a:solidFill>
                <a:latin typeface="Cambria" pitchFamily="18" charset="0"/>
                <a:ea typeface="Cambria" pitchFamily="18" charset="0"/>
              </a:rPr>
              <a:t>one process </a:t>
            </a:r>
            <a:r>
              <a:rPr lang="en-US" dirty="0">
                <a:latin typeface="Cambria" pitchFamily="18" charset="0"/>
                <a:ea typeface="Cambria" pitchFamily="18" charset="0"/>
              </a:rPr>
              <a:t>needs to exchange information with another process.</a:t>
            </a:r>
          </a:p>
          <a:p>
            <a:pPr marL="854075" lvl="1" indent="-396875" algn="just">
              <a:buFont typeface="Arial" panose="020B0604020202020204" pitchFamily="34" charset="0"/>
              <a:buChar char="•"/>
            </a:pPr>
            <a:r>
              <a:rPr lang="en-US" dirty="0">
                <a:latin typeface="Cambria" pitchFamily="18" charset="0"/>
                <a:ea typeface="Cambria" pitchFamily="18" charset="0"/>
              </a:rPr>
              <a:t>This type of communication may occur between processes that are executing on same computer or between processes running on different computers in the network.</a:t>
            </a:r>
          </a:p>
          <a:p>
            <a:pPr marL="854075" lvl="1" indent="-396875" algn="just">
              <a:buFont typeface="Arial" panose="020B0604020202020204" pitchFamily="34" charset="0"/>
              <a:buChar char="•"/>
            </a:pPr>
            <a:r>
              <a:rPr lang="en-US" dirty="0">
                <a:latin typeface="Cambria" pitchFamily="18" charset="0"/>
                <a:ea typeface="Cambria" pitchFamily="18" charset="0"/>
              </a:rPr>
              <a:t>OS achieves this via </a:t>
            </a:r>
            <a:r>
              <a:rPr lang="en-US" dirty="0">
                <a:solidFill>
                  <a:srgbClr val="FF0000"/>
                </a:solidFill>
                <a:latin typeface="Cambria" pitchFamily="18" charset="0"/>
                <a:ea typeface="Cambria" pitchFamily="18" charset="0"/>
              </a:rPr>
              <a:t>shared memory or message </a:t>
            </a:r>
            <a:r>
              <a:rPr lang="en-US" dirty="0" smtClean="0">
                <a:solidFill>
                  <a:srgbClr val="FF0000"/>
                </a:solidFill>
                <a:latin typeface="Cambria" pitchFamily="18" charset="0"/>
                <a:ea typeface="Cambria" pitchFamily="18" charset="0"/>
              </a:rPr>
              <a:t>passing</a:t>
            </a:r>
          </a:p>
          <a:p>
            <a:pPr marL="854075" lvl="1" indent="-396875" algn="just">
              <a:buFont typeface="Arial" panose="020B0604020202020204" pitchFamily="34" charset="0"/>
              <a:buChar char="•"/>
            </a:pPr>
            <a:endParaRPr lang="en-US" dirty="0">
              <a:solidFill>
                <a:srgbClr val="FF0000"/>
              </a:solidFill>
              <a:latin typeface="Cambria" pitchFamily="18" charset="0"/>
              <a:ea typeface="Cambria" pitchFamily="18" charset="0"/>
            </a:endParaRPr>
          </a:p>
          <a:p>
            <a:pPr marL="514350" indent="-514350">
              <a:buAutoNum type="arabicParenR" startAt="6"/>
            </a:pPr>
            <a:r>
              <a:rPr lang="en-US" b="1" dirty="0">
                <a:latin typeface="Cambria" pitchFamily="18" charset="0"/>
                <a:ea typeface="Cambria" pitchFamily="18" charset="0"/>
              </a:rPr>
              <a:t>Error detection </a:t>
            </a:r>
          </a:p>
          <a:p>
            <a:pPr marL="396875"/>
            <a:r>
              <a:rPr lang="en-US" sz="1800" dirty="0">
                <a:latin typeface="Cambria" pitchFamily="18" charset="0"/>
                <a:ea typeface="Cambria" pitchFamily="18" charset="0"/>
                <a:cs typeface="+mn-cs"/>
              </a:rPr>
              <a:t>       Errors may occur in </a:t>
            </a:r>
          </a:p>
          <a:p>
            <a:pPr marL="1311275" lvl="1" indent="-457200">
              <a:buFont typeface="Arial" panose="020B0604020202020204" pitchFamily="34" charset="0"/>
              <a:buChar char="•"/>
            </a:pPr>
            <a:r>
              <a:rPr lang="en-US" dirty="0">
                <a:latin typeface="Cambria" pitchFamily="18" charset="0"/>
                <a:ea typeface="Cambria" pitchFamily="18" charset="0"/>
              </a:rPr>
              <a:t>CPU (processor not working, overloading of </a:t>
            </a:r>
            <a:r>
              <a:rPr lang="en-US" dirty="0" err="1">
                <a:latin typeface="Cambria" pitchFamily="18" charset="0"/>
                <a:ea typeface="Cambria" pitchFamily="18" charset="0"/>
              </a:rPr>
              <a:t>processes,etc</a:t>
            </a:r>
            <a:r>
              <a:rPr lang="en-US" dirty="0">
                <a:latin typeface="Cambria" pitchFamily="18" charset="0"/>
                <a:ea typeface="Cambria" pitchFamily="18" charset="0"/>
              </a:rPr>
              <a:t>)</a:t>
            </a:r>
          </a:p>
          <a:p>
            <a:pPr marL="1311275" lvl="1" indent="-457200">
              <a:buFont typeface="Arial" panose="020B0604020202020204" pitchFamily="34" charset="0"/>
              <a:buChar char="•"/>
            </a:pPr>
            <a:r>
              <a:rPr lang="en-US" dirty="0">
                <a:latin typeface="Cambria" pitchFamily="18" charset="0"/>
                <a:ea typeface="Cambria" pitchFamily="18" charset="0"/>
              </a:rPr>
              <a:t>Memory hardware(memory full, power failure, </a:t>
            </a:r>
            <a:r>
              <a:rPr lang="en-US" dirty="0" err="1">
                <a:latin typeface="Cambria" pitchFamily="18" charset="0"/>
                <a:ea typeface="Cambria" pitchFamily="18" charset="0"/>
              </a:rPr>
              <a:t>etc</a:t>
            </a:r>
            <a:r>
              <a:rPr lang="en-US" dirty="0">
                <a:latin typeface="Cambria" pitchFamily="18" charset="0"/>
                <a:ea typeface="Cambria" pitchFamily="18" charset="0"/>
              </a:rPr>
              <a:t>)</a:t>
            </a:r>
          </a:p>
          <a:p>
            <a:pPr marL="1311275" lvl="1" indent="-457200">
              <a:buFont typeface="Arial" panose="020B0604020202020204" pitchFamily="34" charset="0"/>
              <a:buChar char="•"/>
            </a:pPr>
            <a:r>
              <a:rPr lang="en-US" dirty="0">
                <a:latin typeface="Cambria" pitchFamily="18" charset="0"/>
                <a:ea typeface="Cambria" pitchFamily="18" charset="0"/>
              </a:rPr>
              <a:t>I/O devices(parity error on tape, connection failure on network, lack of paper in printer, </a:t>
            </a:r>
            <a:r>
              <a:rPr lang="en-US" dirty="0" err="1">
                <a:latin typeface="Cambria" pitchFamily="18" charset="0"/>
                <a:ea typeface="Cambria" pitchFamily="18" charset="0"/>
              </a:rPr>
              <a:t>etc</a:t>
            </a:r>
            <a:r>
              <a:rPr lang="en-US" dirty="0">
                <a:latin typeface="Cambria" pitchFamily="18" charset="0"/>
                <a:ea typeface="Cambria" pitchFamily="18" charset="0"/>
              </a:rPr>
              <a:t>)</a:t>
            </a:r>
          </a:p>
          <a:p>
            <a:pPr marL="1311275" lvl="1" indent="-457200">
              <a:buFont typeface="Arial" panose="020B0604020202020204" pitchFamily="34" charset="0"/>
              <a:buChar char="•"/>
            </a:pPr>
            <a:r>
              <a:rPr lang="en-US" dirty="0">
                <a:latin typeface="Cambria" pitchFamily="18" charset="0"/>
                <a:ea typeface="Cambria" pitchFamily="18" charset="0"/>
              </a:rPr>
              <a:t>User program(arithmetic overflow, divide by zero, accessing illegal memory location)</a:t>
            </a:r>
          </a:p>
          <a:p>
            <a:pPr marL="854075" lvl="1"/>
            <a:r>
              <a:rPr lang="en-US" dirty="0">
                <a:latin typeface="Cambria" pitchFamily="18" charset="0"/>
                <a:ea typeface="Cambria" pitchFamily="18" charset="0"/>
              </a:rPr>
              <a:t>For each type of errors, OS should take appropriate action to ensure correct &amp; consistent computing</a:t>
            </a:r>
          </a:p>
        </p:txBody>
      </p:sp>
    </p:spTree>
    <p:extLst>
      <p:ext uri="{BB962C8B-B14F-4D97-AF65-F5344CB8AC3E}">
        <p14:creationId xmlns="" xmlns:p14="http://schemas.microsoft.com/office/powerpoint/2010/main" val="42520768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1604" y="214290"/>
            <a:ext cx="6000792" cy="430887"/>
          </a:xfrm>
        </p:spPr>
        <p:txBody>
          <a:bodyPr/>
          <a:lstStyle/>
          <a:p>
            <a:pPr algn="ctr"/>
            <a:r>
              <a:rPr lang="en-US" spc="-15" dirty="0">
                <a:latin typeface="Cambria" pitchFamily="18" charset="0"/>
                <a:ea typeface="Cambria" pitchFamily="18" charset="0"/>
                <a:cs typeface="Caladea"/>
              </a:rPr>
              <a:t>Operating </a:t>
            </a:r>
            <a:r>
              <a:rPr lang="en-US" spc="-35" dirty="0">
                <a:latin typeface="Cambria" pitchFamily="18" charset="0"/>
                <a:ea typeface="Cambria" pitchFamily="18" charset="0"/>
                <a:cs typeface="Caladea"/>
              </a:rPr>
              <a:t>System</a:t>
            </a:r>
            <a:r>
              <a:rPr lang="en-US" spc="15" dirty="0">
                <a:latin typeface="Cambria" pitchFamily="18" charset="0"/>
                <a:ea typeface="Cambria" pitchFamily="18" charset="0"/>
                <a:cs typeface="Caladea"/>
              </a:rPr>
              <a:t> </a:t>
            </a:r>
            <a:r>
              <a:rPr lang="en-US" spc="-10" dirty="0">
                <a:latin typeface="Cambria" pitchFamily="18" charset="0"/>
                <a:ea typeface="Cambria" pitchFamily="18" charset="0"/>
                <a:cs typeface="Caladea"/>
              </a:rPr>
              <a:t>Services</a:t>
            </a:r>
            <a:endParaRPr lang="en-US" dirty="0">
              <a:latin typeface="Cambria" pitchFamily="18" charset="0"/>
              <a:ea typeface="Cambria" pitchFamily="18" charset="0"/>
            </a:endParaRPr>
          </a:p>
        </p:txBody>
      </p:sp>
      <p:sp>
        <p:nvSpPr>
          <p:cNvPr id="3" name="Text Placeholder 2"/>
          <p:cNvSpPr>
            <a:spLocks noGrp="1"/>
          </p:cNvSpPr>
          <p:nvPr>
            <p:ph type="body" idx="1"/>
          </p:nvPr>
        </p:nvSpPr>
        <p:spPr>
          <a:xfrm>
            <a:off x="304761" y="834640"/>
            <a:ext cx="11580894" cy="4308872"/>
          </a:xfrm>
          <a:ln>
            <a:solidFill>
              <a:schemeClr val="accent1"/>
            </a:solidFill>
          </a:ln>
        </p:spPr>
        <p:txBody>
          <a:bodyPr/>
          <a:lstStyle/>
          <a:p>
            <a:pPr algn="just"/>
            <a:r>
              <a:rPr lang="en-US" sz="2000" dirty="0">
                <a:latin typeface="Cambria" pitchFamily="18" charset="0"/>
                <a:ea typeface="Cambria" pitchFamily="18" charset="0"/>
              </a:rPr>
              <a:t>All the 6 services provided by OS is for user convenience. Some other services which provides efficient operation for the system convenience are</a:t>
            </a:r>
          </a:p>
          <a:p>
            <a:pPr algn="just"/>
            <a:r>
              <a:rPr lang="en-US" sz="2000" b="1" dirty="0">
                <a:latin typeface="Cambria" pitchFamily="18" charset="0"/>
                <a:ea typeface="Cambria" pitchFamily="18" charset="0"/>
              </a:rPr>
              <a:t>7) Resource allocation</a:t>
            </a:r>
          </a:p>
          <a:p>
            <a:pPr marL="800100" lvl="1" indent="-342900" algn="just">
              <a:buFont typeface="Arial" panose="020B0604020202020204" pitchFamily="34" charset="0"/>
              <a:buChar char="•"/>
            </a:pPr>
            <a:r>
              <a:rPr lang="en-US" dirty="0">
                <a:latin typeface="Cambria" pitchFamily="18" charset="0"/>
                <a:ea typeface="Cambria" pitchFamily="18" charset="0"/>
              </a:rPr>
              <a:t>When </a:t>
            </a:r>
            <a:r>
              <a:rPr lang="en-US" dirty="0">
                <a:solidFill>
                  <a:srgbClr val="FF0000"/>
                </a:solidFill>
                <a:latin typeface="Cambria" pitchFamily="18" charset="0"/>
                <a:ea typeface="Cambria" pitchFamily="18" charset="0"/>
              </a:rPr>
              <a:t>multiple</a:t>
            </a:r>
            <a:r>
              <a:rPr lang="en-US" dirty="0">
                <a:latin typeface="Cambria" pitchFamily="18" charset="0"/>
                <a:ea typeface="Cambria" pitchFamily="18" charset="0"/>
              </a:rPr>
              <a:t> users log-on to the system or when multiple jobs are running , resources must be allocated to each of them.</a:t>
            </a:r>
          </a:p>
          <a:p>
            <a:pPr marL="800100" lvl="1" indent="-342900" algn="just">
              <a:buFont typeface="Arial" panose="020B0604020202020204" pitchFamily="34" charset="0"/>
              <a:buChar char="•"/>
            </a:pPr>
            <a:r>
              <a:rPr lang="en-US" dirty="0">
                <a:latin typeface="Cambria" pitchFamily="18" charset="0"/>
                <a:ea typeface="Cambria" pitchFamily="18" charset="0"/>
              </a:rPr>
              <a:t>So, it is responsibility of OS to manage the available resources</a:t>
            </a:r>
          </a:p>
          <a:p>
            <a:pPr algn="just"/>
            <a:r>
              <a:rPr lang="en-US" sz="2000" b="1" dirty="0">
                <a:latin typeface="Cambria" pitchFamily="18" charset="0"/>
                <a:ea typeface="Cambria" pitchFamily="18" charset="0"/>
              </a:rPr>
              <a:t>8) Accounting / Logging</a:t>
            </a:r>
          </a:p>
          <a:p>
            <a:pPr marL="800100" lvl="1" indent="-342900" algn="just">
              <a:buFont typeface="Arial" panose="020B0604020202020204" pitchFamily="34" charset="0"/>
              <a:buChar char="•"/>
            </a:pPr>
            <a:r>
              <a:rPr lang="en-US" dirty="0">
                <a:latin typeface="Cambria" pitchFamily="18" charset="0"/>
                <a:ea typeface="Cambria" pitchFamily="18" charset="0"/>
              </a:rPr>
              <a:t>OS should keep track of which users use how many &amp; what kind of resources.</a:t>
            </a:r>
          </a:p>
          <a:p>
            <a:pPr marL="800100" lvl="1" indent="-342900" algn="just">
              <a:buFont typeface="Arial" panose="020B0604020202020204" pitchFamily="34" charset="0"/>
              <a:buChar char="•"/>
            </a:pPr>
            <a:r>
              <a:rPr lang="en-US" dirty="0">
                <a:latin typeface="Cambria" pitchFamily="18" charset="0"/>
                <a:ea typeface="Cambria" pitchFamily="18" charset="0"/>
              </a:rPr>
              <a:t>This record keeping may be used for accounting(statistics or billing)</a:t>
            </a:r>
          </a:p>
          <a:p>
            <a:pPr marL="800100" lvl="1" indent="-342900" algn="just">
              <a:buFont typeface="Arial" panose="020B0604020202020204" pitchFamily="34" charset="0"/>
              <a:buChar char="•"/>
            </a:pPr>
            <a:r>
              <a:rPr lang="en-US" dirty="0">
                <a:latin typeface="Cambria" pitchFamily="18" charset="0"/>
                <a:ea typeface="Cambria" pitchFamily="18" charset="0"/>
              </a:rPr>
              <a:t>It can also be used to </a:t>
            </a:r>
            <a:r>
              <a:rPr lang="en-US" dirty="0">
                <a:solidFill>
                  <a:srgbClr val="FF0000"/>
                </a:solidFill>
                <a:latin typeface="Cambria" pitchFamily="18" charset="0"/>
                <a:ea typeface="Cambria" pitchFamily="18" charset="0"/>
              </a:rPr>
              <a:t>improve the system efficiency</a:t>
            </a:r>
          </a:p>
          <a:p>
            <a:pPr algn="just"/>
            <a:r>
              <a:rPr lang="en-US" sz="2000" b="1" dirty="0">
                <a:latin typeface="Cambria" pitchFamily="18" charset="0"/>
                <a:ea typeface="Cambria" pitchFamily="18" charset="0"/>
              </a:rPr>
              <a:t>9) Protection &amp; Security</a:t>
            </a:r>
          </a:p>
          <a:p>
            <a:pPr marL="800100" lvl="1" indent="-342900" algn="just">
              <a:buFont typeface="Arial" panose="020B0604020202020204" pitchFamily="34" charset="0"/>
              <a:buChar char="•"/>
            </a:pPr>
            <a:r>
              <a:rPr lang="en-US" dirty="0">
                <a:latin typeface="Cambria" pitchFamily="18" charset="0"/>
                <a:ea typeface="Cambria" pitchFamily="18" charset="0"/>
              </a:rPr>
              <a:t>In multi-process environment, it is possible that, one process may </a:t>
            </a:r>
            <a:r>
              <a:rPr lang="en-US" dirty="0">
                <a:solidFill>
                  <a:srgbClr val="FF0000"/>
                </a:solidFill>
                <a:latin typeface="Cambria" pitchFamily="18" charset="0"/>
                <a:ea typeface="Cambria" pitchFamily="18" charset="0"/>
              </a:rPr>
              <a:t>interface</a:t>
            </a:r>
            <a:r>
              <a:rPr lang="en-US" dirty="0">
                <a:latin typeface="Cambria" pitchFamily="18" charset="0"/>
                <a:ea typeface="Cambria" pitchFamily="18" charset="0"/>
              </a:rPr>
              <a:t> with the other or with OS itself.</a:t>
            </a:r>
          </a:p>
          <a:p>
            <a:pPr marL="800100" lvl="1" indent="-342900" algn="just">
              <a:buFont typeface="Arial" panose="020B0604020202020204" pitchFamily="34" charset="0"/>
              <a:buChar char="•"/>
            </a:pPr>
            <a:r>
              <a:rPr lang="en-US" dirty="0">
                <a:latin typeface="Cambria" pitchFamily="18" charset="0"/>
                <a:ea typeface="Cambria" pitchFamily="18" charset="0"/>
              </a:rPr>
              <a:t>Some users, stores their information in multiuser computer system or networked computer system, such data should be protected</a:t>
            </a:r>
          </a:p>
          <a:p>
            <a:pPr marL="800100" lvl="1" indent="-342900" algn="just">
              <a:buFont typeface="Arial" panose="020B0604020202020204" pitchFamily="34" charset="0"/>
              <a:buChar char="•"/>
            </a:pPr>
            <a:r>
              <a:rPr lang="en-US" dirty="0">
                <a:latin typeface="Cambria" pitchFamily="18" charset="0"/>
                <a:ea typeface="Cambria" pitchFamily="18" charset="0"/>
              </a:rPr>
              <a:t>External I/O devices must also be protected from invalid access</a:t>
            </a:r>
          </a:p>
        </p:txBody>
      </p:sp>
    </p:spTree>
    <p:extLst>
      <p:ext uri="{BB962C8B-B14F-4D97-AF65-F5344CB8AC3E}">
        <p14:creationId xmlns="" xmlns:p14="http://schemas.microsoft.com/office/powerpoint/2010/main" val="748434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17883" y="76211"/>
            <a:ext cx="9954657" cy="430887"/>
          </a:xfrm>
        </p:spPr>
        <p:txBody>
          <a:bodyPr/>
          <a:lstStyle/>
          <a:p>
            <a:pPr algn="ctr"/>
            <a:r>
              <a:rPr lang="en-GB" dirty="0">
                <a:latin typeface="Cambria" pitchFamily="18" charset="0"/>
                <a:ea typeface="Cambria" pitchFamily="18" charset="0"/>
              </a:rPr>
              <a:t>Quiz</a:t>
            </a:r>
            <a:endParaRPr lang="en-IN" dirty="0">
              <a:latin typeface="Cambria" pitchFamily="18" charset="0"/>
              <a:ea typeface="Cambria" pitchFamily="18" charset="0"/>
            </a:endParaRPr>
          </a:p>
        </p:txBody>
      </p:sp>
      <p:sp>
        <p:nvSpPr>
          <p:cNvPr id="3" name="Text Placeholder 2"/>
          <p:cNvSpPr>
            <a:spLocks noGrp="1"/>
          </p:cNvSpPr>
          <p:nvPr>
            <p:ph type="body" idx="1"/>
          </p:nvPr>
        </p:nvSpPr>
        <p:spPr>
          <a:xfrm>
            <a:off x="688892" y="762009"/>
            <a:ext cx="10812626" cy="3877985"/>
          </a:xfrm>
        </p:spPr>
        <p:txBody>
          <a:bodyPr/>
          <a:lstStyle/>
          <a:p>
            <a:r>
              <a:rPr lang="en-GB" dirty="0">
                <a:latin typeface="Cambria" pitchFamily="18" charset="0"/>
                <a:ea typeface="Cambria" pitchFamily="18" charset="0"/>
              </a:rPr>
              <a:t>UI stands for ______</a:t>
            </a:r>
          </a:p>
          <a:p>
            <a:endParaRPr lang="en-GB" dirty="0">
              <a:latin typeface="Cambria" pitchFamily="18" charset="0"/>
              <a:ea typeface="Cambria" pitchFamily="18" charset="0"/>
            </a:endParaRPr>
          </a:p>
          <a:p>
            <a:r>
              <a:rPr lang="en-GB" dirty="0">
                <a:latin typeface="Cambria" pitchFamily="18" charset="0"/>
                <a:ea typeface="Cambria" pitchFamily="18" charset="0"/>
              </a:rPr>
              <a:t>All recent OS have ____ UI.</a:t>
            </a:r>
          </a:p>
          <a:p>
            <a:endParaRPr lang="en-GB" dirty="0">
              <a:latin typeface="Cambria" pitchFamily="18" charset="0"/>
              <a:ea typeface="Cambria" pitchFamily="18" charset="0"/>
            </a:endParaRPr>
          </a:p>
          <a:p>
            <a:r>
              <a:rPr lang="en-GB" dirty="0">
                <a:latin typeface="Cambria" pitchFamily="18" charset="0"/>
                <a:ea typeface="Cambria" pitchFamily="18" charset="0"/>
              </a:rPr>
              <a:t>Any program to be executed, must be copied to ______ memory.</a:t>
            </a:r>
          </a:p>
          <a:p>
            <a:endParaRPr lang="en-GB" dirty="0">
              <a:latin typeface="Cambria" pitchFamily="18" charset="0"/>
              <a:ea typeface="Cambria" pitchFamily="18" charset="0"/>
            </a:endParaRPr>
          </a:p>
          <a:p>
            <a:r>
              <a:rPr lang="en-GB" dirty="0">
                <a:latin typeface="Cambria" pitchFamily="18" charset="0"/>
                <a:ea typeface="Cambria" pitchFamily="18" charset="0"/>
              </a:rPr>
              <a:t>I/O means ________</a:t>
            </a:r>
          </a:p>
          <a:p>
            <a:endParaRPr lang="en-GB" dirty="0">
              <a:latin typeface="Cambria" pitchFamily="18" charset="0"/>
              <a:ea typeface="Cambria" pitchFamily="18" charset="0"/>
            </a:endParaRPr>
          </a:p>
          <a:p>
            <a:r>
              <a:rPr lang="en-GB" dirty="0">
                <a:latin typeface="Cambria" pitchFamily="18" charset="0"/>
                <a:ea typeface="Cambria" pitchFamily="18" charset="0"/>
              </a:rPr>
              <a:t>IPC stands for __________.</a:t>
            </a:r>
          </a:p>
        </p:txBody>
      </p:sp>
    </p:spTree>
    <p:extLst>
      <p:ext uri="{BB962C8B-B14F-4D97-AF65-F5344CB8AC3E}">
        <p14:creationId xmlns="" xmlns:p14="http://schemas.microsoft.com/office/powerpoint/2010/main" val="3191665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140" y="304800"/>
            <a:ext cx="2819033" cy="838200"/>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smtClean="0">
                <a:ln>
                  <a:noFill/>
                </a:ln>
                <a:solidFill>
                  <a:srgbClr val="FF0000"/>
                </a:solidFill>
                <a:effectLst/>
                <a:uLnTx/>
                <a:uFillTx/>
                <a:latin typeface="Cambria" pitchFamily="18" charset="0"/>
                <a:ea typeface="Cambria" pitchFamily="18" charset="0"/>
                <a:cs typeface="+mj-cs"/>
              </a:rPr>
              <a:t>Lecture 4</a:t>
            </a:r>
            <a:endParaRPr kumimoji="0" lang="en-US" sz="3200" b="1" i="0" u="none" strike="noStrike" kern="0" cap="none" spc="0" normalizeH="0" baseline="0" noProof="0" dirty="0">
              <a:ln>
                <a:noFill/>
              </a:ln>
              <a:solidFill>
                <a:srgbClr val="FF0000"/>
              </a:solidFill>
              <a:effectLst/>
              <a:uLnTx/>
              <a:uFillTx/>
              <a:latin typeface="Cambria" pitchFamily="18" charset="0"/>
              <a:ea typeface="Cambria" pitchFamily="18" charset="0"/>
              <a:cs typeface="+mj-cs"/>
            </a:endParaRPr>
          </a:p>
        </p:txBody>
      </p:sp>
      <p:sp>
        <p:nvSpPr>
          <p:cNvPr id="3" name="Rectangle 1"/>
          <p:cNvSpPr>
            <a:spLocks noChangeArrowheads="1"/>
          </p:cNvSpPr>
          <p:nvPr/>
        </p:nvSpPr>
        <p:spPr bwMode="auto">
          <a:xfrm>
            <a:off x="380166" y="1214422"/>
            <a:ext cx="11644394" cy="2062103"/>
          </a:xfrm>
          <a:prstGeom prst="rect">
            <a:avLst/>
          </a:prstGeom>
          <a:noFill/>
          <a:ln w="28575">
            <a:solidFill>
              <a:schemeClr val="accent5">
                <a:lumMod val="7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3200" b="1" dirty="0" smtClean="0">
                <a:latin typeface="Cambria" pitchFamily="18" charset="0"/>
                <a:ea typeface="Cambria" pitchFamily="18" charset="0"/>
                <a:cs typeface="Arial" pitchFamily="34" charset="0"/>
              </a:rPr>
              <a:t>Operating System Operations </a:t>
            </a:r>
          </a:p>
          <a:p>
            <a:pPr lvl="0" fontAlgn="base">
              <a:spcBef>
                <a:spcPct val="0"/>
              </a:spcBef>
              <a:spcAft>
                <a:spcPct val="0"/>
              </a:spcAft>
            </a:pPr>
            <a:endParaRPr lang="en-US" sz="3200" b="1" dirty="0" smtClean="0">
              <a:latin typeface="Cambria" pitchFamily="18" charset="0"/>
              <a:ea typeface="Cambria" pitchFamily="18" charset="0"/>
              <a:cs typeface="Arial" pitchFamily="34" charset="0"/>
            </a:endParaRP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LO1: Differentiate Multiprogramming, multitasking.  </a:t>
            </a: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LO2: Interpret the Dual mode, Multimode and timer.</a:t>
            </a:r>
            <a:endParaRPr lang="en-US" sz="2800" b="1" dirty="0" smtClean="0">
              <a:solidFill>
                <a:srgbClr val="7030A0"/>
              </a:solidFill>
              <a:latin typeface="Cambria" pitchFamily="18" charset="0"/>
              <a:ea typeface="Cambria" pitchFamily="18" charset="0"/>
              <a:cs typeface="Arial"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6"/>
            <a:ext cx="9954657" cy="553998"/>
          </a:xfrm>
        </p:spPr>
        <p:txBody>
          <a:bodyPr/>
          <a:lstStyle/>
          <a:p>
            <a:r>
              <a:rPr lang="en-US" sz="3600" dirty="0">
                <a:latin typeface="Cambria" pitchFamily="18" charset="0"/>
                <a:ea typeface="Cambria" pitchFamily="18" charset="0"/>
              </a:rPr>
              <a:t>OS Operations</a:t>
            </a:r>
          </a:p>
        </p:txBody>
      </p:sp>
      <p:sp>
        <p:nvSpPr>
          <p:cNvPr id="3" name="Text Placeholder 2"/>
          <p:cNvSpPr>
            <a:spLocks noGrp="1"/>
          </p:cNvSpPr>
          <p:nvPr>
            <p:ph type="body" idx="1"/>
          </p:nvPr>
        </p:nvSpPr>
        <p:spPr>
          <a:xfrm>
            <a:off x="304760" y="762002"/>
            <a:ext cx="11648361" cy="3570208"/>
          </a:xfrm>
          <a:ln>
            <a:solidFill>
              <a:schemeClr val="accent1"/>
            </a:solidFill>
          </a:ln>
        </p:spPr>
        <p:txBody>
          <a:bodyPr/>
          <a:lstStyle/>
          <a:p>
            <a:pPr marL="457200" indent="-457200">
              <a:buFont typeface="Wingdings" panose="05000000000000000000" pitchFamily="2" charset="2"/>
              <a:buChar char="§"/>
            </a:pPr>
            <a:r>
              <a:rPr lang="en-US" dirty="0">
                <a:latin typeface="Cambria" pitchFamily="18" charset="0"/>
                <a:ea typeface="Cambria" pitchFamily="18" charset="0"/>
              </a:rPr>
              <a:t>Modern OS’s are </a:t>
            </a:r>
            <a:r>
              <a:rPr lang="en-US" b="1" dirty="0">
                <a:latin typeface="Cambria" pitchFamily="18" charset="0"/>
                <a:ea typeface="Cambria" pitchFamily="18" charset="0"/>
              </a:rPr>
              <a:t>interrupt driven</a:t>
            </a:r>
            <a:r>
              <a:rPr lang="en-US" dirty="0">
                <a:latin typeface="Cambria" pitchFamily="18" charset="0"/>
                <a:ea typeface="Cambria" pitchFamily="18" charset="0"/>
              </a:rPr>
              <a:t>.</a:t>
            </a:r>
          </a:p>
          <a:p>
            <a:pPr marL="457200" indent="-457200">
              <a:buFont typeface="Wingdings" panose="05000000000000000000" pitchFamily="2" charset="2"/>
              <a:buChar char="§"/>
            </a:pPr>
            <a:r>
              <a:rPr lang="en-US" dirty="0">
                <a:latin typeface="Cambria" pitchFamily="18" charset="0"/>
                <a:ea typeface="Cambria" pitchFamily="18" charset="0"/>
              </a:rPr>
              <a:t>Always, events happen/occur in the form of interrupt or trap.</a:t>
            </a:r>
          </a:p>
          <a:p>
            <a:pPr marL="457200" indent="-457200">
              <a:buFont typeface="Wingdings" panose="05000000000000000000" pitchFamily="2" charset="2"/>
              <a:buChar char="§"/>
            </a:pPr>
            <a:r>
              <a:rPr lang="en-US" dirty="0">
                <a:latin typeface="Cambria" pitchFamily="18" charset="0"/>
                <a:ea typeface="Cambria" pitchFamily="18" charset="0"/>
              </a:rPr>
              <a:t>A </a:t>
            </a:r>
            <a:r>
              <a:rPr lang="en-US" b="1" dirty="0">
                <a:latin typeface="Cambria" pitchFamily="18" charset="0"/>
                <a:ea typeface="Cambria" pitchFamily="18" charset="0"/>
              </a:rPr>
              <a:t>trap(exception)</a:t>
            </a:r>
            <a:r>
              <a:rPr lang="en-US" dirty="0">
                <a:latin typeface="Cambria" pitchFamily="18" charset="0"/>
                <a:ea typeface="Cambria" pitchFamily="18" charset="0"/>
              </a:rPr>
              <a:t> is a software generated interrupt which occurs either due to </a:t>
            </a:r>
          </a:p>
          <a:p>
            <a:pPr marL="914400" lvl="1" indent="-457200">
              <a:buFont typeface="Wingdings" panose="05000000000000000000" pitchFamily="2" charset="2"/>
              <a:buChar char="§"/>
            </a:pPr>
            <a:r>
              <a:rPr lang="en-US" sz="2400" dirty="0">
                <a:solidFill>
                  <a:schemeClr val="tx1"/>
                </a:solidFill>
                <a:latin typeface="Cambria" pitchFamily="18" charset="0"/>
                <a:ea typeface="Cambria" pitchFamily="18" charset="0"/>
                <a:cs typeface="Caladea"/>
              </a:rPr>
              <a:t>error (division by zero, invalid memory access)</a:t>
            </a:r>
          </a:p>
          <a:p>
            <a:pPr marL="914400" lvl="1" indent="-457200">
              <a:buFont typeface="Wingdings" panose="05000000000000000000" pitchFamily="2" charset="2"/>
              <a:buChar char="§"/>
            </a:pPr>
            <a:r>
              <a:rPr lang="en-US" sz="2400" dirty="0">
                <a:solidFill>
                  <a:schemeClr val="tx1"/>
                </a:solidFill>
                <a:latin typeface="Cambria" pitchFamily="18" charset="0"/>
                <a:ea typeface="Cambria" pitchFamily="18" charset="0"/>
                <a:cs typeface="Caladea"/>
              </a:rPr>
              <a:t>Specific request from a user program</a:t>
            </a:r>
          </a:p>
          <a:p>
            <a:pPr lvl="1" indent="-457200">
              <a:buFont typeface="Wingdings" panose="05000000000000000000" pitchFamily="2" charset="2"/>
              <a:buChar char="§"/>
            </a:pPr>
            <a:r>
              <a:rPr lang="en-US" sz="2400" dirty="0">
                <a:solidFill>
                  <a:schemeClr val="tx1"/>
                </a:solidFill>
                <a:latin typeface="Cambria" pitchFamily="18" charset="0"/>
                <a:ea typeface="Cambria" pitchFamily="18" charset="0"/>
                <a:cs typeface="Caladea"/>
              </a:rPr>
              <a:t>Both hardware &amp; software resources of the computer system are shared by OS &amp; as well as user programs.</a:t>
            </a:r>
          </a:p>
          <a:p>
            <a:pPr lvl="1" indent="-457200">
              <a:buFont typeface="Wingdings" panose="05000000000000000000" pitchFamily="2" charset="2"/>
              <a:buChar char="§"/>
            </a:pPr>
            <a:r>
              <a:rPr lang="en-US" sz="2400" dirty="0">
                <a:solidFill>
                  <a:schemeClr val="tx1"/>
                </a:solidFill>
                <a:latin typeface="Cambria" pitchFamily="18" charset="0"/>
                <a:ea typeface="Cambria" pitchFamily="18" charset="0"/>
                <a:cs typeface="Caladea"/>
              </a:rPr>
              <a:t>So care should be taken when any error occurs due to user program.</a:t>
            </a:r>
          </a:p>
        </p:txBody>
      </p:sp>
    </p:spTree>
    <p:extLst>
      <p:ext uri="{BB962C8B-B14F-4D97-AF65-F5344CB8AC3E}">
        <p14:creationId xmlns="" xmlns:p14="http://schemas.microsoft.com/office/powerpoint/2010/main" val="99717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14287" y="-92505"/>
            <a:ext cx="9954657" cy="553998"/>
          </a:xfrm>
        </p:spPr>
        <p:txBody>
          <a:bodyPr/>
          <a:lstStyle/>
          <a:p>
            <a:r>
              <a:rPr lang="en-US" sz="3600" dirty="0">
                <a:latin typeface="Cambria" pitchFamily="18" charset="0"/>
                <a:ea typeface="Cambria" pitchFamily="18" charset="0"/>
              </a:rPr>
              <a:t>Dual mode operation</a:t>
            </a:r>
          </a:p>
        </p:txBody>
      </p:sp>
      <p:sp>
        <p:nvSpPr>
          <p:cNvPr id="3" name="Text Placeholder 2"/>
          <p:cNvSpPr>
            <a:spLocks noGrp="1"/>
          </p:cNvSpPr>
          <p:nvPr>
            <p:ph type="body" idx="1"/>
          </p:nvPr>
        </p:nvSpPr>
        <p:spPr>
          <a:xfrm>
            <a:off x="308728" y="461493"/>
            <a:ext cx="11881686" cy="2154436"/>
          </a:xfrm>
          <a:ln>
            <a:solidFill>
              <a:schemeClr val="accent1"/>
            </a:solidFill>
          </a:ln>
        </p:spPr>
        <p:txBody>
          <a:bodyPr/>
          <a:lstStyle/>
          <a:p>
            <a:r>
              <a:rPr lang="en-US" dirty="0">
                <a:latin typeface="Cambria" pitchFamily="18" charset="0"/>
                <a:ea typeface="Cambria" pitchFamily="18" charset="0"/>
              </a:rPr>
              <a:t>In order to ensure proper execution of OS, we must be able to distinguish between execution of OS code &amp; user-defined code</a:t>
            </a:r>
          </a:p>
          <a:p>
            <a:r>
              <a:rPr lang="en-US" dirty="0">
                <a:latin typeface="Cambria" pitchFamily="18" charset="0"/>
                <a:ea typeface="Cambria" pitchFamily="18" charset="0"/>
              </a:rPr>
              <a:t>There are 2 modes of operation</a:t>
            </a:r>
          </a:p>
          <a:p>
            <a:r>
              <a:rPr lang="en-US" dirty="0">
                <a:latin typeface="Cambria" pitchFamily="18" charset="0"/>
                <a:ea typeface="Cambria" pitchFamily="18" charset="0"/>
              </a:rPr>
              <a:t>	1) user mode</a:t>
            </a:r>
          </a:p>
          <a:p>
            <a:r>
              <a:rPr lang="en-US" dirty="0">
                <a:latin typeface="Cambria" pitchFamily="18" charset="0"/>
                <a:ea typeface="Cambria" pitchFamily="18" charset="0"/>
              </a:rPr>
              <a:t>	2) kernel </a:t>
            </a:r>
            <a:r>
              <a:rPr lang="en-US" dirty="0" smtClean="0">
                <a:latin typeface="Cambria" pitchFamily="18" charset="0"/>
                <a:ea typeface="Cambria" pitchFamily="18" charset="0"/>
              </a:rPr>
              <a:t>mode</a:t>
            </a:r>
            <a:endParaRPr lang="en-US" dirty="0">
              <a:latin typeface="Cambria" pitchFamily="18" charset="0"/>
              <a:ea typeface="Cambria" pitchFamily="18" charset="0"/>
            </a:endParaRPr>
          </a:p>
        </p:txBody>
      </p:sp>
      <p:pic>
        <p:nvPicPr>
          <p:cNvPr id="4" name="Picture 5"/>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80166" y="2643182"/>
            <a:ext cx="11358642" cy="4000528"/>
          </a:xfrm>
          <a:prstGeom prst="rect">
            <a:avLst/>
          </a:prstGeom>
          <a:noFill/>
          <a:ln w="9525">
            <a:solidFill>
              <a:schemeClr val="accent1"/>
            </a:solidFill>
            <a:miter lim="800000"/>
            <a:headEnd/>
            <a:tailEnd/>
          </a:ln>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679546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6"/>
            <a:ext cx="9954657" cy="553998"/>
          </a:xfrm>
        </p:spPr>
        <p:txBody>
          <a:bodyPr/>
          <a:lstStyle/>
          <a:p>
            <a:r>
              <a:rPr lang="en-US" sz="3600" dirty="0">
                <a:latin typeface="Cambria" pitchFamily="18" charset="0"/>
                <a:ea typeface="Cambria" pitchFamily="18" charset="0"/>
              </a:rPr>
              <a:t>Dual mode operation</a:t>
            </a:r>
          </a:p>
        </p:txBody>
      </p:sp>
      <p:sp>
        <p:nvSpPr>
          <p:cNvPr id="3" name="Text Placeholder 2"/>
          <p:cNvSpPr>
            <a:spLocks noGrp="1"/>
          </p:cNvSpPr>
          <p:nvPr>
            <p:ph type="body" idx="1"/>
          </p:nvPr>
        </p:nvSpPr>
        <p:spPr>
          <a:xfrm>
            <a:off x="308728" y="584615"/>
            <a:ext cx="11715832" cy="4739759"/>
          </a:xfrm>
          <a:ln>
            <a:solidFill>
              <a:schemeClr val="accent1"/>
            </a:solidFill>
          </a:ln>
        </p:spPr>
        <p:txBody>
          <a:bodyPr/>
          <a:lstStyle/>
          <a:p>
            <a:pPr marL="457200" indent="-457200" algn="just">
              <a:buFont typeface="Wingdings" panose="05000000000000000000" pitchFamily="2" charset="2"/>
              <a:buChar char="Ø"/>
            </a:pPr>
            <a:r>
              <a:rPr lang="en-US" dirty="0">
                <a:latin typeface="Cambria" pitchFamily="18" charset="0"/>
                <a:ea typeface="Cambria" pitchFamily="18" charset="0"/>
              </a:rPr>
              <a:t>Single bit called </a:t>
            </a:r>
            <a:r>
              <a:rPr lang="en-US" b="1" dirty="0">
                <a:solidFill>
                  <a:srgbClr val="FF0000"/>
                </a:solidFill>
                <a:latin typeface="Cambria" pitchFamily="18" charset="0"/>
                <a:ea typeface="Cambria" pitchFamily="18" charset="0"/>
              </a:rPr>
              <a:t>mode bit </a:t>
            </a:r>
            <a:r>
              <a:rPr lang="en-US" dirty="0">
                <a:latin typeface="Cambria" pitchFamily="18" charset="0"/>
                <a:ea typeface="Cambria" pitchFamily="18" charset="0"/>
              </a:rPr>
              <a:t>is used to identify mode in which System is running</a:t>
            </a:r>
          </a:p>
          <a:p>
            <a:pPr marL="457200" indent="-457200" algn="just">
              <a:buFont typeface="Wingdings" panose="05000000000000000000" pitchFamily="2" charset="2"/>
              <a:buChar char="Ø"/>
            </a:pPr>
            <a:r>
              <a:rPr lang="en-US" dirty="0">
                <a:latin typeface="Cambria" pitchFamily="18" charset="0"/>
                <a:ea typeface="Cambria" pitchFamily="18" charset="0"/>
              </a:rPr>
              <a:t>If </a:t>
            </a:r>
            <a:r>
              <a:rPr lang="en-US" b="1" dirty="0">
                <a:solidFill>
                  <a:srgbClr val="FF0000"/>
                </a:solidFill>
                <a:latin typeface="Cambria" pitchFamily="18" charset="0"/>
                <a:ea typeface="Cambria" pitchFamily="18" charset="0"/>
              </a:rPr>
              <a:t>mode bit =0 </a:t>
            </a:r>
            <a:r>
              <a:rPr lang="en-US" b="1" dirty="0">
                <a:latin typeface="Cambria" pitchFamily="18" charset="0"/>
                <a:ea typeface="Cambria" pitchFamily="18" charset="0"/>
              </a:rPr>
              <a:t>-----</a:t>
            </a:r>
            <a:r>
              <a:rPr lang="en-US" dirty="0">
                <a:latin typeface="Cambria" pitchFamily="18" charset="0"/>
                <a:ea typeface="Cambria" pitchFamily="18" charset="0"/>
              </a:rPr>
              <a:t> System is running in kernel mode</a:t>
            </a:r>
          </a:p>
          <a:p>
            <a:pPr marL="457200" indent="-457200" algn="just">
              <a:buFont typeface="Wingdings" panose="05000000000000000000" pitchFamily="2" charset="2"/>
              <a:buChar char="Ø"/>
            </a:pPr>
            <a:r>
              <a:rPr lang="en-US" dirty="0">
                <a:latin typeface="Cambria" pitchFamily="18" charset="0"/>
                <a:ea typeface="Cambria" pitchFamily="18" charset="0"/>
              </a:rPr>
              <a:t>If </a:t>
            </a:r>
            <a:r>
              <a:rPr lang="en-US" b="1" dirty="0">
                <a:solidFill>
                  <a:srgbClr val="FF0000"/>
                </a:solidFill>
                <a:latin typeface="Cambria" pitchFamily="18" charset="0"/>
                <a:ea typeface="Cambria" pitchFamily="18" charset="0"/>
              </a:rPr>
              <a:t>mode bit =1 </a:t>
            </a:r>
            <a:r>
              <a:rPr lang="en-US" b="1" dirty="0">
                <a:latin typeface="Cambria" pitchFamily="18" charset="0"/>
                <a:ea typeface="Cambria" pitchFamily="18" charset="0"/>
              </a:rPr>
              <a:t>-----</a:t>
            </a:r>
            <a:r>
              <a:rPr lang="en-US" dirty="0">
                <a:latin typeface="Cambria" pitchFamily="18" charset="0"/>
                <a:ea typeface="Cambria" pitchFamily="18" charset="0"/>
              </a:rPr>
              <a:t> System is running in user mode</a:t>
            </a:r>
          </a:p>
          <a:p>
            <a:pPr marL="457200" indent="-457200" algn="just">
              <a:buFont typeface="Wingdings" panose="05000000000000000000" pitchFamily="2" charset="2"/>
              <a:buChar char="Ø"/>
            </a:pPr>
            <a:r>
              <a:rPr lang="en-US" dirty="0">
                <a:latin typeface="Cambria" pitchFamily="18" charset="0"/>
                <a:ea typeface="Cambria" pitchFamily="18" charset="0"/>
              </a:rPr>
              <a:t>After booting OS, normally user performs some action i.e., some user process is executing.</a:t>
            </a:r>
          </a:p>
          <a:p>
            <a:pPr marL="457200" indent="-457200" algn="just"/>
            <a:r>
              <a:rPr lang="en-US" dirty="0">
                <a:latin typeface="Cambria" pitchFamily="18" charset="0"/>
                <a:ea typeface="Cambria" pitchFamily="18" charset="0"/>
              </a:rPr>
              <a:t>     whenever user process needs some service, </a:t>
            </a:r>
            <a:r>
              <a:rPr lang="en-US" dirty="0" smtClean="0">
                <a:latin typeface="Cambria" pitchFamily="18" charset="0"/>
                <a:ea typeface="Cambria" pitchFamily="18" charset="0"/>
              </a:rPr>
              <a:t>it requests </a:t>
            </a:r>
            <a:r>
              <a:rPr lang="en-US" dirty="0">
                <a:latin typeface="Cambria" pitchFamily="18" charset="0"/>
                <a:ea typeface="Cambria" pitchFamily="18" charset="0"/>
              </a:rPr>
              <a:t>the OS through some system call.</a:t>
            </a:r>
          </a:p>
          <a:p>
            <a:pPr marL="457200" indent="-457200" algn="just"/>
            <a:r>
              <a:rPr lang="en-US" dirty="0">
                <a:latin typeface="Cambria" pitchFamily="18" charset="0"/>
                <a:ea typeface="Cambria" pitchFamily="18" charset="0"/>
              </a:rPr>
              <a:t>     Then, System switches from user mode to kernel mode by making </a:t>
            </a:r>
            <a:r>
              <a:rPr lang="en-US" b="1" dirty="0">
                <a:solidFill>
                  <a:srgbClr val="FF0000"/>
                </a:solidFill>
                <a:latin typeface="Cambria" pitchFamily="18" charset="0"/>
                <a:ea typeface="Cambria" pitchFamily="18" charset="0"/>
              </a:rPr>
              <a:t>mode bit =0 </a:t>
            </a:r>
          </a:p>
          <a:p>
            <a:pPr marL="457200" indent="-457200" algn="just"/>
            <a:r>
              <a:rPr lang="en-US" b="1" dirty="0">
                <a:solidFill>
                  <a:srgbClr val="FF0000"/>
                </a:solidFill>
                <a:latin typeface="Cambria" pitchFamily="18" charset="0"/>
                <a:ea typeface="Cambria" pitchFamily="18" charset="0"/>
              </a:rPr>
              <a:t>     </a:t>
            </a:r>
            <a:r>
              <a:rPr lang="en-US" dirty="0">
                <a:latin typeface="Cambria" pitchFamily="18" charset="0"/>
                <a:ea typeface="Cambria" pitchFamily="18" charset="0"/>
              </a:rPr>
              <a:t>Then, it executes corresponding system call </a:t>
            </a:r>
            <a:r>
              <a:rPr lang="en-US" dirty="0" smtClean="0">
                <a:latin typeface="Cambria" pitchFamily="18" charset="0"/>
                <a:ea typeface="Cambria" pitchFamily="18" charset="0"/>
              </a:rPr>
              <a:t>code</a:t>
            </a:r>
            <a:endParaRPr lang="en-US" b="1" dirty="0">
              <a:solidFill>
                <a:srgbClr val="FF0000"/>
              </a:solidFill>
              <a:latin typeface="Cambria" pitchFamily="18" charset="0"/>
              <a:ea typeface="Cambria" pitchFamily="18" charset="0"/>
            </a:endParaRPr>
          </a:p>
        </p:txBody>
      </p:sp>
    </p:spTree>
    <p:extLst>
      <p:ext uri="{BB962C8B-B14F-4D97-AF65-F5344CB8AC3E}">
        <p14:creationId xmlns="" xmlns:p14="http://schemas.microsoft.com/office/powerpoint/2010/main" val="3710374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1604" y="0"/>
            <a:ext cx="5580561" cy="553998"/>
          </a:xfrm>
        </p:spPr>
        <p:txBody>
          <a:bodyPr/>
          <a:lstStyle/>
          <a:p>
            <a:r>
              <a:rPr lang="en-US" sz="3600" dirty="0">
                <a:latin typeface="Cambria" pitchFamily="18" charset="0"/>
                <a:ea typeface="Cambria" pitchFamily="18" charset="0"/>
              </a:rPr>
              <a:t>Dual mode operation</a:t>
            </a:r>
          </a:p>
        </p:txBody>
      </p:sp>
      <p:sp>
        <p:nvSpPr>
          <p:cNvPr id="3" name="Text Placeholder 2"/>
          <p:cNvSpPr>
            <a:spLocks noGrp="1"/>
          </p:cNvSpPr>
          <p:nvPr>
            <p:ph type="body" idx="1"/>
          </p:nvPr>
        </p:nvSpPr>
        <p:spPr>
          <a:xfrm>
            <a:off x="94414" y="785794"/>
            <a:ext cx="11858708" cy="4062651"/>
          </a:xfrm>
          <a:ln>
            <a:solidFill>
              <a:schemeClr val="accent1"/>
            </a:solidFill>
          </a:ln>
        </p:spPr>
        <p:txBody>
          <a:bodyPr/>
          <a:lstStyle/>
          <a:p>
            <a:pPr marL="457200" indent="-457200" algn="just">
              <a:buFont typeface="Wingdings" panose="05000000000000000000" pitchFamily="2" charset="2"/>
              <a:buChar char="Ø"/>
            </a:pPr>
            <a:r>
              <a:rPr lang="en-US" sz="2400" dirty="0">
                <a:latin typeface="Cambria" pitchFamily="18" charset="0"/>
                <a:ea typeface="Cambria" pitchFamily="18" charset="0"/>
              </a:rPr>
              <a:t>When system starts booting, system starts in kernel mode. Then, OS is loaded &amp; starts user applications in user mode</a:t>
            </a:r>
            <a:r>
              <a:rPr lang="en-US" sz="2400" dirty="0" smtClean="0">
                <a:latin typeface="Cambria" pitchFamily="18" charset="0"/>
                <a:ea typeface="Cambria" pitchFamily="18" charset="0"/>
              </a:rPr>
              <a:t>.</a:t>
            </a: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Whenever a trap or interrupt occurs, the system switches from user mode to kernel mode by changing the status of </a:t>
            </a:r>
            <a:r>
              <a:rPr lang="en-US" sz="2400" b="1" dirty="0">
                <a:solidFill>
                  <a:srgbClr val="FF0000"/>
                </a:solidFill>
                <a:latin typeface="Cambria" pitchFamily="18" charset="0"/>
                <a:ea typeface="Cambria" pitchFamily="18" charset="0"/>
              </a:rPr>
              <a:t>mode bit =0 </a:t>
            </a:r>
            <a:endParaRPr lang="en-US" sz="2400" b="1" dirty="0" smtClean="0">
              <a:solidFill>
                <a:srgbClr val="FF0000"/>
              </a:solidFill>
              <a:latin typeface="Cambria" pitchFamily="18" charset="0"/>
              <a:ea typeface="Cambria" pitchFamily="18" charset="0"/>
            </a:endParaRPr>
          </a:p>
          <a:p>
            <a:pPr marL="457200" indent="-457200" algn="just">
              <a:buFont typeface="Wingdings" panose="05000000000000000000" pitchFamily="2" charset="2"/>
              <a:buChar char="Ø"/>
            </a:pPr>
            <a:endParaRPr lang="en-US" sz="2400" b="1" dirty="0">
              <a:solidFill>
                <a:srgbClr val="FF0000"/>
              </a:solidFill>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Thus, whenever OS gains control of the computer, it is in kernel mode</a:t>
            </a:r>
            <a:r>
              <a:rPr lang="en-US" sz="2400" dirty="0" smtClean="0">
                <a:latin typeface="Cambria" pitchFamily="18" charset="0"/>
                <a:ea typeface="Cambria" pitchFamily="18" charset="0"/>
              </a:rPr>
              <a:t>.</a:t>
            </a: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System always switches to user mode before passing control to user program</a:t>
            </a:r>
            <a:r>
              <a:rPr lang="en-US" sz="2400" dirty="0" smtClean="0">
                <a:latin typeface="Cambria" pitchFamily="18" charset="0"/>
                <a:ea typeface="Cambria" pitchFamily="18" charset="0"/>
              </a:rPr>
              <a:t>.</a:t>
            </a: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The </a:t>
            </a:r>
            <a:r>
              <a:rPr lang="en-US" sz="2400" b="1" dirty="0">
                <a:latin typeface="Cambria" pitchFamily="18" charset="0"/>
                <a:ea typeface="Cambria" pitchFamily="18" charset="0"/>
              </a:rPr>
              <a:t>privileged instructions </a:t>
            </a:r>
            <a:r>
              <a:rPr lang="en-US" sz="2400" dirty="0">
                <a:latin typeface="Cambria" pitchFamily="18" charset="0"/>
                <a:ea typeface="Cambria" pitchFamily="18" charset="0"/>
              </a:rPr>
              <a:t>are executed only in the kernel mode</a:t>
            </a:r>
            <a:endParaRPr lang="en-US" sz="2400" b="1" dirty="0">
              <a:latin typeface="Cambria" pitchFamily="18" charset="0"/>
              <a:ea typeface="Cambria" pitchFamily="18" charset="0"/>
            </a:endParaRPr>
          </a:p>
        </p:txBody>
      </p:sp>
    </p:spTree>
    <p:extLst>
      <p:ext uri="{BB962C8B-B14F-4D97-AF65-F5344CB8AC3E}">
        <p14:creationId xmlns="" xmlns:p14="http://schemas.microsoft.com/office/powerpoint/2010/main" val="2473457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6"/>
            <a:ext cx="9954657" cy="553998"/>
          </a:xfrm>
        </p:spPr>
        <p:txBody>
          <a:bodyPr/>
          <a:lstStyle/>
          <a:p>
            <a:r>
              <a:rPr lang="en-US" sz="3600" dirty="0">
                <a:latin typeface="Cambria" pitchFamily="18" charset="0"/>
                <a:ea typeface="Cambria" pitchFamily="18" charset="0"/>
              </a:rPr>
              <a:t>Timer</a:t>
            </a:r>
          </a:p>
        </p:txBody>
      </p:sp>
      <p:sp>
        <p:nvSpPr>
          <p:cNvPr id="3" name="Text Placeholder 2"/>
          <p:cNvSpPr>
            <a:spLocks noGrp="1"/>
          </p:cNvSpPr>
          <p:nvPr>
            <p:ph type="body" idx="1"/>
          </p:nvPr>
        </p:nvSpPr>
        <p:spPr>
          <a:xfrm>
            <a:off x="451604" y="571480"/>
            <a:ext cx="11215766" cy="4801314"/>
          </a:xfrm>
          <a:ln>
            <a:solidFill>
              <a:schemeClr val="accent1"/>
            </a:solidFill>
          </a:ln>
        </p:spPr>
        <p:txBody>
          <a:bodyPr/>
          <a:lstStyle/>
          <a:p>
            <a:pPr marL="457200" indent="-457200" algn="just">
              <a:buFont typeface="Wingdings" panose="05000000000000000000" pitchFamily="2" charset="2"/>
              <a:buChar char="Ø"/>
            </a:pPr>
            <a:r>
              <a:rPr lang="en-US" sz="2400" dirty="0">
                <a:latin typeface="Cambria" pitchFamily="18" charset="0"/>
                <a:ea typeface="Cambria" pitchFamily="18" charset="0"/>
              </a:rPr>
              <a:t>When a user executes some program in user mode, it should not stuck in an infinite loop</a:t>
            </a:r>
            <a:r>
              <a:rPr lang="en-US" sz="2400" dirty="0" smtClean="0">
                <a:latin typeface="Cambria" pitchFamily="18" charset="0"/>
                <a:ea typeface="Cambria" pitchFamily="18" charset="0"/>
              </a:rPr>
              <a:t>.</a:t>
            </a: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Similarly, user programs should not stuck in CPU for long time</a:t>
            </a:r>
            <a:r>
              <a:rPr lang="en-US" sz="2400" dirty="0" smtClean="0">
                <a:latin typeface="Cambria" pitchFamily="18" charset="0"/>
                <a:ea typeface="Cambria" pitchFamily="18" charset="0"/>
              </a:rPr>
              <a:t>.</a:t>
            </a: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At regular intervals, it should switch the mode. For this purpose, </a:t>
            </a:r>
            <a:r>
              <a:rPr lang="en-US" sz="2400" b="1" dirty="0">
                <a:latin typeface="Cambria" pitchFamily="18" charset="0"/>
                <a:ea typeface="Cambria" pitchFamily="18" charset="0"/>
              </a:rPr>
              <a:t>timer</a:t>
            </a:r>
            <a:r>
              <a:rPr lang="en-US" sz="2400" dirty="0">
                <a:latin typeface="Cambria" pitchFamily="18" charset="0"/>
                <a:ea typeface="Cambria" pitchFamily="18" charset="0"/>
              </a:rPr>
              <a:t> is used</a:t>
            </a:r>
          </a:p>
          <a:p>
            <a:pPr marL="457200" indent="-457200" algn="just">
              <a:buFont typeface="Wingdings" panose="05000000000000000000" pitchFamily="2" charset="2"/>
              <a:buChar char="Ø"/>
            </a:pPr>
            <a:r>
              <a:rPr lang="en-US" sz="2400" dirty="0">
                <a:latin typeface="Cambria" pitchFamily="18" charset="0"/>
                <a:ea typeface="Cambria" pitchFamily="18" charset="0"/>
              </a:rPr>
              <a:t>A timer can be set to interrupt the computer after a specified period</a:t>
            </a:r>
            <a:r>
              <a:rPr lang="en-US" sz="2400" dirty="0" smtClean="0">
                <a:latin typeface="Cambria" pitchFamily="18" charset="0"/>
                <a:ea typeface="Cambria" pitchFamily="18" charset="0"/>
              </a:rPr>
              <a:t>.</a:t>
            </a: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This period may be fixed (1/60 second) or variable(from 1m sec to 1 sec</a:t>
            </a:r>
            <a:r>
              <a:rPr lang="en-US" sz="2400" dirty="0" smtClean="0">
                <a:latin typeface="Cambria" pitchFamily="18" charset="0"/>
                <a:ea typeface="Cambria" pitchFamily="18" charset="0"/>
              </a:rPr>
              <a:t>)</a:t>
            </a: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OS sets the counter. Every time, clock ticks, counter is decremented. When the counter reaches 0, interrupt occurs. Thus, we can use timer to prevent user program from running too long.</a:t>
            </a:r>
          </a:p>
        </p:txBody>
      </p:sp>
    </p:spTree>
    <p:extLst>
      <p:ext uri="{BB962C8B-B14F-4D97-AF65-F5344CB8AC3E}">
        <p14:creationId xmlns="" xmlns:p14="http://schemas.microsoft.com/office/powerpoint/2010/main" val="20638748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7"/>
            <a:ext cx="9954657" cy="430887"/>
          </a:xfrm>
        </p:spPr>
        <p:txBody>
          <a:bodyPr/>
          <a:lstStyle/>
          <a:p>
            <a:r>
              <a:rPr lang="en-GB" dirty="0">
                <a:latin typeface="Cambria" pitchFamily="18" charset="0"/>
                <a:ea typeface="Cambria" pitchFamily="18" charset="0"/>
              </a:rPr>
              <a:t>Quiz</a:t>
            </a:r>
            <a:endParaRPr lang="en-IN" dirty="0">
              <a:latin typeface="Cambria" pitchFamily="18" charset="0"/>
              <a:ea typeface="Cambria" pitchFamily="18" charset="0"/>
            </a:endParaRPr>
          </a:p>
        </p:txBody>
      </p:sp>
      <p:sp>
        <p:nvSpPr>
          <p:cNvPr id="3" name="Text Placeholder 2"/>
          <p:cNvSpPr>
            <a:spLocks noGrp="1"/>
          </p:cNvSpPr>
          <p:nvPr>
            <p:ph type="body" idx="1"/>
          </p:nvPr>
        </p:nvSpPr>
        <p:spPr>
          <a:xfrm>
            <a:off x="101589" y="609611"/>
            <a:ext cx="11930080" cy="3877985"/>
          </a:xfrm>
          <a:ln>
            <a:solidFill>
              <a:schemeClr val="accent1"/>
            </a:solidFill>
          </a:ln>
        </p:spPr>
        <p:txBody>
          <a:bodyPr/>
          <a:lstStyle/>
          <a:p>
            <a:pPr marL="457200" indent="-457200">
              <a:lnSpc>
                <a:spcPct val="150000"/>
              </a:lnSpc>
              <a:buFont typeface="Arial" panose="020B0604020202020204" pitchFamily="34" charset="0"/>
              <a:buChar char="•"/>
            </a:pPr>
            <a:r>
              <a:rPr lang="en-GB" dirty="0">
                <a:latin typeface="Cambria" pitchFamily="18" charset="0"/>
                <a:ea typeface="Cambria" pitchFamily="18" charset="0"/>
              </a:rPr>
              <a:t>An interrupt is ______</a:t>
            </a:r>
          </a:p>
          <a:p>
            <a:pPr marL="457200" indent="-457200">
              <a:lnSpc>
                <a:spcPct val="150000"/>
              </a:lnSpc>
              <a:buFont typeface="Arial" panose="020B0604020202020204" pitchFamily="34" charset="0"/>
              <a:buChar char="•"/>
            </a:pPr>
            <a:r>
              <a:rPr lang="en-GB" dirty="0">
                <a:latin typeface="Cambria" pitchFamily="18" charset="0"/>
                <a:ea typeface="Cambria" pitchFamily="18" charset="0"/>
              </a:rPr>
              <a:t>Software interrupt is called ____.</a:t>
            </a:r>
          </a:p>
          <a:p>
            <a:pPr marL="457200" indent="-457200">
              <a:lnSpc>
                <a:spcPct val="150000"/>
              </a:lnSpc>
              <a:buFont typeface="Arial" panose="020B0604020202020204" pitchFamily="34" charset="0"/>
              <a:buChar char="•"/>
            </a:pPr>
            <a:r>
              <a:rPr lang="en-GB" dirty="0">
                <a:latin typeface="Cambria" pitchFamily="18" charset="0"/>
                <a:ea typeface="Cambria" pitchFamily="18" charset="0"/>
              </a:rPr>
              <a:t>A System works in ____ modes.</a:t>
            </a:r>
          </a:p>
          <a:p>
            <a:pPr marL="457200" indent="-457200">
              <a:lnSpc>
                <a:spcPct val="150000"/>
              </a:lnSpc>
              <a:buFont typeface="Arial" panose="020B0604020202020204" pitchFamily="34" charset="0"/>
              <a:buChar char="•"/>
            </a:pPr>
            <a:r>
              <a:rPr lang="en-GB" dirty="0">
                <a:latin typeface="Cambria" pitchFamily="18" charset="0"/>
                <a:ea typeface="Cambria" pitchFamily="18" charset="0"/>
              </a:rPr>
              <a:t>Two modes in which a system works  ______ and _________.</a:t>
            </a:r>
          </a:p>
          <a:p>
            <a:pPr marL="457200" indent="-457200">
              <a:lnSpc>
                <a:spcPct val="150000"/>
              </a:lnSpc>
              <a:buFont typeface="Arial" panose="020B0604020202020204" pitchFamily="34" charset="0"/>
              <a:buChar char="•"/>
            </a:pPr>
            <a:r>
              <a:rPr lang="en-GB" dirty="0">
                <a:latin typeface="Cambria" pitchFamily="18" charset="0"/>
                <a:ea typeface="Cambria" pitchFamily="18" charset="0"/>
              </a:rPr>
              <a:t>Hardware bit to set the mode is called ________.</a:t>
            </a:r>
          </a:p>
          <a:p>
            <a:pPr marL="457200" indent="-457200">
              <a:lnSpc>
                <a:spcPct val="150000"/>
              </a:lnSpc>
              <a:buFont typeface="Arial" panose="020B0604020202020204" pitchFamily="34" charset="0"/>
              <a:buChar char="•"/>
            </a:pPr>
            <a:r>
              <a:rPr lang="en-GB" dirty="0">
                <a:latin typeface="Cambria" pitchFamily="18" charset="0"/>
                <a:ea typeface="Cambria" pitchFamily="18" charset="0"/>
              </a:rPr>
              <a:t>When system is in user mode , mode bit is _____.</a:t>
            </a:r>
          </a:p>
        </p:txBody>
      </p:sp>
    </p:spTree>
    <p:extLst>
      <p:ext uri="{BB962C8B-B14F-4D97-AF65-F5344CB8AC3E}">
        <p14:creationId xmlns="" xmlns:p14="http://schemas.microsoft.com/office/powerpoint/2010/main" val="371119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7"/>
            <a:ext cx="9954657" cy="430887"/>
          </a:xfrm>
        </p:spPr>
        <p:txBody>
          <a:bodyPr/>
          <a:lstStyle/>
          <a:p>
            <a:r>
              <a:rPr lang="en-GB" dirty="0">
                <a:latin typeface="Cambria" pitchFamily="18" charset="0"/>
                <a:ea typeface="Cambria" pitchFamily="18" charset="0"/>
              </a:rPr>
              <a:t>Quiz</a:t>
            </a:r>
            <a:endParaRPr lang="en-IN" dirty="0">
              <a:latin typeface="Cambria" pitchFamily="18" charset="0"/>
              <a:ea typeface="Cambria" pitchFamily="18" charset="0"/>
            </a:endParaRPr>
          </a:p>
        </p:txBody>
      </p:sp>
      <p:sp>
        <p:nvSpPr>
          <p:cNvPr id="3" name="Text Placeholder 2"/>
          <p:cNvSpPr>
            <a:spLocks noGrp="1"/>
          </p:cNvSpPr>
          <p:nvPr>
            <p:ph type="body" idx="1"/>
          </p:nvPr>
        </p:nvSpPr>
        <p:spPr>
          <a:xfrm>
            <a:off x="101589" y="609602"/>
            <a:ext cx="11930080" cy="3231654"/>
          </a:xfrm>
          <a:ln>
            <a:solidFill>
              <a:schemeClr val="accent1"/>
            </a:solidFill>
          </a:ln>
        </p:spPr>
        <p:txBody>
          <a:bodyPr/>
          <a:lstStyle/>
          <a:p>
            <a:pPr marL="457200" indent="-457200">
              <a:lnSpc>
                <a:spcPct val="150000"/>
              </a:lnSpc>
              <a:buFont typeface="Arial" panose="020B0604020202020204" pitchFamily="34" charset="0"/>
              <a:buChar char="•"/>
            </a:pPr>
            <a:r>
              <a:rPr lang="en-GB" dirty="0">
                <a:latin typeface="Cambria" pitchFamily="18" charset="0"/>
                <a:ea typeface="Cambria" pitchFamily="18" charset="0"/>
              </a:rPr>
              <a:t>When Operating System programs are executing, then the system is in  _____ mode.</a:t>
            </a:r>
          </a:p>
          <a:p>
            <a:pPr marL="457200" indent="-457200">
              <a:lnSpc>
                <a:spcPct val="150000"/>
              </a:lnSpc>
              <a:buFont typeface="Arial" panose="020B0604020202020204" pitchFamily="34" charset="0"/>
              <a:buChar char="•"/>
            </a:pPr>
            <a:r>
              <a:rPr lang="en-GB" dirty="0">
                <a:latin typeface="Cambria" pitchFamily="18" charset="0"/>
                <a:ea typeface="Cambria" pitchFamily="18" charset="0"/>
              </a:rPr>
              <a:t>When system is in kernel mode , mode bit is _____.</a:t>
            </a:r>
          </a:p>
          <a:p>
            <a:pPr marL="457200" indent="-457200">
              <a:lnSpc>
                <a:spcPct val="150000"/>
              </a:lnSpc>
              <a:buFont typeface="Arial" panose="020B0604020202020204" pitchFamily="34" charset="0"/>
              <a:buChar char="•"/>
            </a:pPr>
            <a:r>
              <a:rPr lang="en-GB" dirty="0">
                <a:latin typeface="Cambria" pitchFamily="18" charset="0"/>
                <a:ea typeface="Cambria" pitchFamily="18" charset="0"/>
              </a:rPr>
              <a:t>Instructions executed by OS are ________ instruction.</a:t>
            </a:r>
          </a:p>
          <a:p>
            <a:pPr marL="457200" indent="-457200">
              <a:lnSpc>
                <a:spcPct val="150000"/>
              </a:lnSpc>
              <a:buFont typeface="Arial" panose="020B0604020202020204" pitchFamily="34" charset="0"/>
              <a:buChar char="•"/>
            </a:pPr>
            <a:r>
              <a:rPr lang="en-GB" dirty="0">
                <a:latin typeface="Cambria" pitchFamily="18" charset="0"/>
                <a:ea typeface="Cambria" pitchFamily="18" charset="0"/>
              </a:rPr>
              <a:t>____ is used to avoid long time execution of user programs in CPU.</a:t>
            </a:r>
          </a:p>
        </p:txBody>
      </p:sp>
    </p:spTree>
    <p:extLst>
      <p:ext uri="{BB962C8B-B14F-4D97-AF65-F5344CB8AC3E}">
        <p14:creationId xmlns="" xmlns:p14="http://schemas.microsoft.com/office/powerpoint/2010/main" val="333935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140" y="304800"/>
            <a:ext cx="2819033" cy="838200"/>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smtClean="0">
                <a:ln>
                  <a:noFill/>
                </a:ln>
                <a:solidFill>
                  <a:srgbClr val="FF0000"/>
                </a:solidFill>
                <a:effectLst/>
                <a:uLnTx/>
                <a:uFillTx/>
                <a:latin typeface="Cambria" pitchFamily="18" charset="0"/>
                <a:ea typeface="Cambria" pitchFamily="18" charset="0"/>
                <a:cs typeface="+mj-cs"/>
              </a:rPr>
              <a:t>Lecture 5</a:t>
            </a:r>
            <a:endParaRPr kumimoji="0" lang="en-US" sz="3200" b="1" i="0" u="none" strike="noStrike" kern="0" cap="none" spc="0" normalizeH="0" baseline="0" noProof="0" dirty="0">
              <a:ln>
                <a:noFill/>
              </a:ln>
              <a:solidFill>
                <a:srgbClr val="FF0000"/>
              </a:solidFill>
              <a:effectLst/>
              <a:uLnTx/>
              <a:uFillTx/>
              <a:latin typeface="Cambria" pitchFamily="18" charset="0"/>
              <a:ea typeface="Cambria" pitchFamily="18" charset="0"/>
              <a:cs typeface="+mj-cs"/>
            </a:endParaRPr>
          </a:p>
        </p:txBody>
      </p:sp>
      <p:sp>
        <p:nvSpPr>
          <p:cNvPr id="3" name="Rectangle 1"/>
          <p:cNvSpPr>
            <a:spLocks noChangeArrowheads="1"/>
          </p:cNvSpPr>
          <p:nvPr/>
        </p:nvSpPr>
        <p:spPr bwMode="auto">
          <a:xfrm>
            <a:off x="380165" y="1214422"/>
            <a:ext cx="11644395" cy="2554545"/>
          </a:xfrm>
          <a:prstGeom prst="rect">
            <a:avLst/>
          </a:prstGeom>
          <a:noFill/>
          <a:ln w="28575">
            <a:solidFill>
              <a:schemeClr val="accent5">
                <a:lumMod val="7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3200" b="1" dirty="0" smtClean="0">
                <a:latin typeface="Cambria" pitchFamily="18" charset="0"/>
                <a:ea typeface="Cambria" pitchFamily="18" charset="0"/>
                <a:cs typeface="Arial" pitchFamily="34" charset="0"/>
              </a:rPr>
              <a:t>User and OS interface</a:t>
            </a:r>
          </a:p>
          <a:p>
            <a:pPr lvl="0" fontAlgn="base">
              <a:spcBef>
                <a:spcPct val="0"/>
              </a:spcBef>
              <a:spcAft>
                <a:spcPct val="0"/>
              </a:spcAft>
            </a:pPr>
            <a:r>
              <a:rPr lang="en-US" sz="3200" b="1" dirty="0" smtClean="0">
                <a:latin typeface="Cambria" pitchFamily="18" charset="0"/>
                <a:ea typeface="Cambria" pitchFamily="18" charset="0"/>
                <a:cs typeface="Arial" pitchFamily="34" charset="0"/>
              </a:rPr>
              <a:t> </a:t>
            </a: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LO1: Define the Interface.</a:t>
            </a: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LO2: Differentiate the different types of interfaces like Command line interpreter, GUI etc.</a:t>
            </a:r>
            <a:endParaRPr lang="en-US" sz="2800" b="1" dirty="0" smtClean="0">
              <a:solidFill>
                <a:srgbClr val="7030A0"/>
              </a:solidFill>
              <a:latin typeface="Cambria" pitchFamily="18" charset="0"/>
              <a:ea typeface="Cambria" pitchFamily="18" charset="0"/>
              <a:cs typeface="Arial"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6"/>
            <a:ext cx="9954657" cy="553998"/>
          </a:xfrm>
        </p:spPr>
        <p:txBody>
          <a:bodyPr/>
          <a:lstStyle/>
          <a:p>
            <a:r>
              <a:rPr lang="en-US" sz="3600" dirty="0">
                <a:latin typeface="Cambria" pitchFamily="18" charset="0"/>
                <a:ea typeface="Cambria" pitchFamily="18" charset="0"/>
              </a:rPr>
              <a:t>User &amp; Operating System interface</a:t>
            </a:r>
            <a:endParaRPr lang="en-US" dirty="0">
              <a:latin typeface="Cambria" pitchFamily="18" charset="0"/>
              <a:ea typeface="Cambria" pitchFamily="18" charset="0"/>
            </a:endParaRPr>
          </a:p>
        </p:txBody>
      </p:sp>
      <p:sp>
        <p:nvSpPr>
          <p:cNvPr id="3" name="Text Placeholder 2"/>
          <p:cNvSpPr>
            <a:spLocks noGrp="1"/>
          </p:cNvSpPr>
          <p:nvPr>
            <p:ph type="body" idx="1"/>
          </p:nvPr>
        </p:nvSpPr>
        <p:spPr>
          <a:xfrm>
            <a:off x="380166" y="714356"/>
            <a:ext cx="11501519" cy="4555093"/>
          </a:xfrm>
          <a:ln>
            <a:solidFill>
              <a:schemeClr val="accent1"/>
            </a:solidFill>
          </a:ln>
        </p:spPr>
        <p:txBody>
          <a:bodyPr/>
          <a:lstStyle/>
          <a:p>
            <a:pPr marL="457200" indent="-457200" algn="just">
              <a:buFont typeface="Wingdings" panose="05000000000000000000" pitchFamily="2" charset="2"/>
              <a:buChar char="Ø"/>
            </a:pPr>
            <a:r>
              <a:rPr lang="en-US" dirty="0">
                <a:latin typeface="Cambria" pitchFamily="18" charset="0"/>
                <a:ea typeface="Cambria" pitchFamily="18" charset="0"/>
              </a:rPr>
              <a:t>Main functionality of an OS is to provide an interface for the user to interact with the computer.</a:t>
            </a:r>
          </a:p>
          <a:p>
            <a:pPr marL="457200" indent="-457200" algn="just">
              <a:buFont typeface="Wingdings" panose="05000000000000000000" pitchFamily="2" charset="2"/>
              <a:buChar char="Ø"/>
            </a:pPr>
            <a:r>
              <a:rPr lang="en-US" dirty="0">
                <a:latin typeface="Cambria" pitchFamily="18" charset="0"/>
                <a:ea typeface="Cambria" pitchFamily="18" charset="0"/>
              </a:rPr>
              <a:t>2 commonly used approaches are</a:t>
            </a:r>
          </a:p>
          <a:p>
            <a:pPr marL="914400" lvl="1" indent="-457200" algn="just">
              <a:buFont typeface="Wingdings" panose="05000000000000000000" pitchFamily="2" charset="2"/>
              <a:buChar char="Ø"/>
            </a:pPr>
            <a:r>
              <a:rPr lang="en-US" sz="2400" dirty="0">
                <a:latin typeface="Cambria" pitchFamily="18" charset="0"/>
                <a:ea typeface="Cambria" pitchFamily="18" charset="0"/>
              </a:rPr>
              <a:t>Command line interface (command interpreter)</a:t>
            </a:r>
          </a:p>
          <a:p>
            <a:pPr marL="914400" lvl="1" indent="-457200" algn="just">
              <a:buFont typeface="Wingdings" panose="05000000000000000000" pitchFamily="2" charset="2"/>
              <a:buChar char="Ø"/>
            </a:pPr>
            <a:r>
              <a:rPr lang="en-US" sz="2400" dirty="0">
                <a:latin typeface="Cambria" pitchFamily="18" charset="0"/>
                <a:ea typeface="Cambria" pitchFamily="18" charset="0"/>
              </a:rPr>
              <a:t>Graphical user interface (GUI</a:t>
            </a:r>
            <a:r>
              <a:rPr lang="en-US" sz="2400" dirty="0" smtClean="0">
                <a:latin typeface="Cambria" pitchFamily="18" charset="0"/>
                <a:ea typeface="Cambria" pitchFamily="18" charset="0"/>
              </a:rPr>
              <a:t>)</a:t>
            </a:r>
          </a:p>
          <a:p>
            <a:pPr marL="914400" lvl="1" indent="-457200" algn="just">
              <a:buFont typeface="Wingdings" panose="05000000000000000000" pitchFamily="2" charset="2"/>
              <a:buChar char="Ø"/>
            </a:pPr>
            <a:endParaRPr lang="en-US" sz="2400" dirty="0">
              <a:latin typeface="Cambria" pitchFamily="18" charset="0"/>
              <a:ea typeface="Cambria" pitchFamily="18" charset="0"/>
            </a:endParaRPr>
          </a:p>
          <a:p>
            <a:pPr lvl="1" indent="-457200" algn="just">
              <a:buFont typeface="Wingdings" panose="05000000000000000000" pitchFamily="2" charset="2"/>
              <a:buChar char="Ø"/>
            </a:pPr>
            <a:r>
              <a:rPr lang="en-US" sz="2800" dirty="0">
                <a:solidFill>
                  <a:schemeClr val="tx1"/>
                </a:solidFill>
                <a:latin typeface="Cambria" pitchFamily="18" charset="0"/>
                <a:ea typeface="Cambria" pitchFamily="18" charset="0"/>
                <a:cs typeface="Caladea"/>
              </a:rPr>
              <a:t>Command Line Interface</a:t>
            </a:r>
          </a:p>
          <a:p>
            <a:pPr lvl="2" indent="-457200" algn="just">
              <a:buFont typeface="Wingdings" panose="05000000000000000000" pitchFamily="2" charset="2"/>
              <a:buChar char="Ø"/>
            </a:pPr>
            <a:r>
              <a:rPr lang="en-US" sz="2800" dirty="0">
                <a:solidFill>
                  <a:schemeClr val="tx1"/>
                </a:solidFill>
                <a:latin typeface="Cambria" pitchFamily="18" charset="0"/>
                <a:ea typeface="Cambria" pitchFamily="18" charset="0"/>
                <a:cs typeface="Caladea"/>
              </a:rPr>
              <a:t>Some OS include this command interpreter in the kernel</a:t>
            </a:r>
          </a:p>
          <a:p>
            <a:pPr lvl="2" indent="-457200" algn="just">
              <a:buFont typeface="Wingdings" panose="05000000000000000000" pitchFamily="2" charset="2"/>
              <a:buChar char="Ø"/>
            </a:pPr>
            <a:r>
              <a:rPr lang="en-US" sz="2800" dirty="0">
                <a:solidFill>
                  <a:schemeClr val="tx1"/>
                </a:solidFill>
                <a:latin typeface="Cambria" pitchFamily="18" charset="0"/>
                <a:ea typeface="Cambria" pitchFamily="18" charset="0"/>
                <a:cs typeface="Caladea"/>
              </a:rPr>
              <a:t>Others such as windows XP &amp; </a:t>
            </a:r>
            <a:r>
              <a:rPr lang="en-US" sz="2800" dirty="0" err="1">
                <a:solidFill>
                  <a:schemeClr val="tx1"/>
                </a:solidFill>
                <a:latin typeface="Cambria" pitchFamily="18" charset="0"/>
                <a:ea typeface="Cambria" pitchFamily="18" charset="0"/>
                <a:cs typeface="Caladea"/>
              </a:rPr>
              <a:t>unix</a:t>
            </a:r>
            <a:r>
              <a:rPr lang="en-US" sz="2800" dirty="0">
                <a:solidFill>
                  <a:schemeClr val="tx1"/>
                </a:solidFill>
                <a:latin typeface="Cambria" pitchFamily="18" charset="0"/>
                <a:ea typeface="Cambria" pitchFamily="18" charset="0"/>
                <a:cs typeface="Caladea"/>
              </a:rPr>
              <a:t>, treat this command interpreter as a special program running when some job is initiated or when user logs in to the system first time.</a:t>
            </a:r>
          </a:p>
        </p:txBody>
      </p:sp>
    </p:spTree>
    <p:extLst>
      <p:ext uri="{BB962C8B-B14F-4D97-AF65-F5344CB8AC3E}">
        <p14:creationId xmlns="" xmlns:p14="http://schemas.microsoft.com/office/powerpoint/2010/main" val="29818838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17"/>
            <a:ext cx="9954657" cy="492443"/>
          </a:xfrm>
        </p:spPr>
        <p:txBody>
          <a:bodyPr/>
          <a:lstStyle/>
          <a:p>
            <a:pPr lvl="1" algn="just"/>
            <a:r>
              <a:rPr lang="en-US" sz="3200" dirty="0">
                <a:solidFill>
                  <a:schemeClr val="tx1"/>
                </a:solidFill>
                <a:latin typeface="Cambria" pitchFamily="18" charset="0"/>
                <a:ea typeface="Cambria" pitchFamily="18" charset="0"/>
                <a:cs typeface="Caladea"/>
              </a:rPr>
              <a:t>Command Line Interface </a:t>
            </a:r>
            <a:r>
              <a:rPr lang="en-US" sz="3200" dirty="0" err="1">
                <a:solidFill>
                  <a:schemeClr val="tx1"/>
                </a:solidFill>
                <a:latin typeface="Cambria" pitchFamily="18" charset="0"/>
                <a:ea typeface="Cambria" pitchFamily="18" charset="0"/>
                <a:cs typeface="Caladea"/>
              </a:rPr>
              <a:t>contd</a:t>
            </a:r>
            <a:r>
              <a:rPr lang="en-US" sz="3200" dirty="0">
                <a:solidFill>
                  <a:schemeClr val="tx1"/>
                </a:solidFill>
                <a:latin typeface="Cambria" pitchFamily="18" charset="0"/>
                <a:ea typeface="Cambria" pitchFamily="18" charset="0"/>
                <a:cs typeface="Caladea"/>
              </a:rPr>
              <a:t>…..</a:t>
            </a:r>
          </a:p>
        </p:txBody>
      </p:sp>
      <p:sp>
        <p:nvSpPr>
          <p:cNvPr id="3" name="Text Placeholder 2"/>
          <p:cNvSpPr>
            <a:spLocks noGrp="1"/>
          </p:cNvSpPr>
          <p:nvPr>
            <p:ph type="body" idx="1"/>
          </p:nvPr>
        </p:nvSpPr>
        <p:spPr>
          <a:xfrm>
            <a:off x="380166" y="785794"/>
            <a:ext cx="11430080" cy="4308872"/>
          </a:xfrm>
          <a:ln>
            <a:solidFill>
              <a:schemeClr val="accent1"/>
            </a:solidFill>
          </a:ln>
        </p:spPr>
        <p:txBody>
          <a:bodyPr/>
          <a:lstStyle/>
          <a:p>
            <a:pPr marL="457200" indent="-457200">
              <a:buFont typeface="Wingdings" panose="05000000000000000000" pitchFamily="2" charset="2"/>
              <a:buChar char="Ø"/>
            </a:pPr>
            <a:r>
              <a:rPr lang="en-US" dirty="0">
                <a:latin typeface="Cambria" pitchFamily="18" charset="0"/>
                <a:ea typeface="Cambria" pitchFamily="18" charset="0"/>
              </a:rPr>
              <a:t>On some systems, there are multiple command interpreters, user has to choose one among </a:t>
            </a:r>
            <a:r>
              <a:rPr lang="en-US" dirty="0" smtClean="0">
                <a:latin typeface="Cambria" pitchFamily="18" charset="0"/>
                <a:ea typeface="Cambria" pitchFamily="18" charset="0"/>
              </a:rPr>
              <a:t>them.</a:t>
            </a:r>
          </a:p>
          <a:p>
            <a:pPr marL="457200" indent="-457200">
              <a:buFont typeface="Wingdings" panose="05000000000000000000" pitchFamily="2" charset="2"/>
              <a:buChar char="Ø"/>
            </a:pPr>
            <a:endParaRPr lang="en-US" dirty="0">
              <a:latin typeface="Cambria" pitchFamily="18" charset="0"/>
              <a:ea typeface="Cambria" pitchFamily="18" charset="0"/>
            </a:endParaRPr>
          </a:p>
          <a:p>
            <a:pPr marL="457200" indent="-457200">
              <a:buFont typeface="Wingdings" panose="05000000000000000000" pitchFamily="2" charset="2"/>
              <a:buChar char="Ø"/>
            </a:pPr>
            <a:r>
              <a:rPr lang="en-US" dirty="0">
                <a:latin typeface="Cambria" pitchFamily="18" charset="0"/>
                <a:ea typeface="Cambria" pitchFamily="18" charset="0"/>
              </a:rPr>
              <a:t>In such cases, those interpreters are called as </a:t>
            </a:r>
            <a:r>
              <a:rPr lang="en-US" dirty="0">
                <a:solidFill>
                  <a:srgbClr val="FF0000"/>
                </a:solidFill>
                <a:latin typeface="Cambria" pitchFamily="18" charset="0"/>
                <a:ea typeface="Cambria" pitchFamily="18" charset="0"/>
              </a:rPr>
              <a:t>shells</a:t>
            </a:r>
          </a:p>
          <a:p>
            <a:pPr marL="457200" indent="-457200">
              <a:buFont typeface="Wingdings" panose="05000000000000000000" pitchFamily="2" charset="2"/>
              <a:buChar char="Ø"/>
            </a:pPr>
            <a:r>
              <a:rPr lang="en-US" dirty="0">
                <a:latin typeface="Cambria" pitchFamily="18" charset="0"/>
                <a:ea typeface="Cambria" pitchFamily="18" charset="0"/>
              </a:rPr>
              <a:t>In CLI, user has to enter the commands at the command prompt</a:t>
            </a:r>
            <a:r>
              <a:rPr lang="en-US" dirty="0" smtClean="0">
                <a:latin typeface="Cambria" pitchFamily="18" charset="0"/>
                <a:ea typeface="Cambria" pitchFamily="18" charset="0"/>
              </a:rPr>
              <a:t>.</a:t>
            </a:r>
          </a:p>
          <a:p>
            <a:pPr marL="457200" indent="-457200">
              <a:buFont typeface="Wingdings" panose="05000000000000000000" pitchFamily="2" charset="2"/>
              <a:buChar char="Ø"/>
            </a:pPr>
            <a:endParaRPr lang="en-US" dirty="0">
              <a:latin typeface="Cambria" pitchFamily="18" charset="0"/>
              <a:ea typeface="Cambria" pitchFamily="18" charset="0"/>
            </a:endParaRPr>
          </a:p>
          <a:p>
            <a:pPr marL="457200" indent="-457200">
              <a:buFont typeface="Wingdings" panose="05000000000000000000" pitchFamily="2" charset="2"/>
              <a:buChar char="Ø"/>
            </a:pPr>
            <a:r>
              <a:rPr lang="en-US" dirty="0">
                <a:latin typeface="Cambria" pitchFamily="18" charset="0"/>
                <a:ea typeface="Cambria" pitchFamily="18" charset="0"/>
              </a:rPr>
              <a:t>For every task, there will be some commands &amp; user has to remember all those commands &amp; their formats. So it is not so user </a:t>
            </a:r>
            <a:r>
              <a:rPr lang="en-US" dirty="0" smtClean="0">
                <a:latin typeface="Cambria" pitchFamily="18" charset="0"/>
                <a:ea typeface="Cambria" pitchFamily="18" charset="0"/>
              </a:rPr>
              <a:t>friendly</a:t>
            </a:r>
          </a:p>
          <a:p>
            <a:pPr marL="457200" indent="-457200">
              <a:buFont typeface="Wingdings" panose="05000000000000000000" pitchFamily="2" charset="2"/>
              <a:buChar char="Ø"/>
            </a:pPr>
            <a:endParaRPr lang="en-US" dirty="0">
              <a:latin typeface="Cambria" pitchFamily="18" charset="0"/>
              <a:ea typeface="Cambria" pitchFamily="18" charset="0"/>
            </a:endParaRPr>
          </a:p>
          <a:p>
            <a:pPr marL="457200" indent="-457200">
              <a:buFont typeface="Wingdings" panose="05000000000000000000" pitchFamily="2" charset="2"/>
              <a:buChar char="Ø"/>
            </a:pPr>
            <a:r>
              <a:rPr lang="en-US" b="1" dirty="0" err="1">
                <a:solidFill>
                  <a:srgbClr val="FF0000"/>
                </a:solidFill>
                <a:latin typeface="Cambria" pitchFamily="18" charset="0"/>
                <a:ea typeface="Cambria" pitchFamily="18" charset="0"/>
              </a:rPr>
              <a:t>ls</a:t>
            </a:r>
            <a:r>
              <a:rPr lang="en-US" b="1" dirty="0">
                <a:solidFill>
                  <a:srgbClr val="FF0000"/>
                </a:solidFill>
                <a:latin typeface="Cambria" pitchFamily="18" charset="0"/>
                <a:ea typeface="Cambria" pitchFamily="18" charset="0"/>
              </a:rPr>
              <a:t>, cd, </a:t>
            </a:r>
            <a:r>
              <a:rPr lang="en-US" b="1" dirty="0" err="1">
                <a:solidFill>
                  <a:srgbClr val="FF0000"/>
                </a:solidFill>
                <a:latin typeface="Cambria" pitchFamily="18" charset="0"/>
                <a:ea typeface="Cambria" pitchFamily="18" charset="0"/>
              </a:rPr>
              <a:t>cp</a:t>
            </a:r>
            <a:r>
              <a:rPr lang="en-US" b="1" dirty="0">
                <a:solidFill>
                  <a:srgbClr val="FF0000"/>
                </a:solidFill>
                <a:latin typeface="Cambria" pitchFamily="18" charset="0"/>
                <a:ea typeface="Cambria" pitchFamily="18" charset="0"/>
              </a:rPr>
              <a:t>, mv, </a:t>
            </a:r>
            <a:r>
              <a:rPr lang="en-US" b="1" dirty="0" err="1">
                <a:solidFill>
                  <a:srgbClr val="FF0000"/>
                </a:solidFill>
                <a:latin typeface="Cambria" pitchFamily="18" charset="0"/>
                <a:ea typeface="Cambria" pitchFamily="18" charset="0"/>
              </a:rPr>
              <a:t>rm</a:t>
            </a:r>
            <a:r>
              <a:rPr lang="en-US" b="1" dirty="0">
                <a:solidFill>
                  <a:srgbClr val="FF0000"/>
                </a:solidFill>
                <a:latin typeface="Cambria" pitchFamily="18" charset="0"/>
                <a:ea typeface="Cambria" pitchFamily="18" charset="0"/>
              </a:rPr>
              <a:t>, </a:t>
            </a:r>
            <a:r>
              <a:rPr lang="en-US" b="1" dirty="0" err="1">
                <a:solidFill>
                  <a:srgbClr val="FF0000"/>
                </a:solidFill>
                <a:latin typeface="Cambria" pitchFamily="18" charset="0"/>
                <a:ea typeface="Cambria" pitchFamily="18" charset="0"/>
              </a:rPr>
              <a:t>mkdir</a:t>
            </a:r>
            <a:r>
              <a:rPr lang="en-US" b="1" dirty="0">
                <a:solidFill>
                  <a:srgbClr val="FF0000"/>
                </a:solidFill>
                <a:latin typeface="Cambria" pitchFamily="18" charset="0"/>
                <a:ea typeface="Cambria" pitchFamily="18" charset="0"/>
              </a:rPr>
              <a:t>, </a:t>
            </a:r>
            <a:r>
              <a:rPr lang="en-US" b="1" dirty="0" err="1">
                <a:solidFill>
                  <a:srgbClr val="FF0000"/>
                </a:solidFill>
                <a:latin typeface="Cambria" pitchFamily="18" charset="0"/>
                <a:ea typeface="Cambria" pitchFamily="18" charset="0"/>
              </a:rPr>
              <a:t>rmdir</a:t>
            </a:r>
            <a:r>
              <a:rPr lang="en-US" b="1" dirty="0">
                <a:solidFill>
                  <a:srgbClr val="FF0000"/>
                </a:solidFill>
                <a:latin typeface="Cambria" pitchFamily="18" charset="0"/>
                <a:ea typeface="Cambria" pitchFamily="18" charset="0"/>
              </a:rPr>
              <a:t>, </a:t>
            </a:r>
            <a:r>
              <a:rPr lang="en-US" b="1" dirty="0" err="1">
                <a:solidFill>
                  <a:srgbClr val="FF0000"/>
                </a:solidFill>
                <a:latin typeface="Cambria" pitchFamily="18" charset="0"/>
                <a:ea typeface="Cambria" pitchFamily="18" charset="0"/>
              </a:rPr>
              <a:t>etc</a:t>
            </a:r>
            <a:endParaRPr lang="en-US" b="1" dirty="0">
              <a:solidFill>
                <a:srgbClr val="FF0000"/>
              </a:solidFill>
              <a:latin typeface="Cambria" pitchFamily="18" charset="0"/>
              <a:ea typeface="Cambria" pitchFamily="18" charset="0"/>
            </a:endParaRPr>
          </a:p>
        </p:txBody>
      </p:sp>
    </p:spTree>
    <p:extLst>
      <p:ext uri="{BB962C8B-B14F-4D97-AF65-F5344CB8AC3E}">
        <p14:creationId xmlns="" xmlns:p14="http://schemas.microsoft.com/office/powerpoint/2010/main" val="18312807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17"/>
            <a:ext cx="9954657" cy="492443"/>
          </a:xfrm>
        </p:spPr>
        <p:txBody>
          <a:bodyPr/>
          <a:lstStyle/>
          <a:p>
            <a:r>
              <a:rPr lang="en-US" sz="3200" dirty="0">
                <a:latin typeface="Cambria" pitchFamily="18" charset="0"/>
                <a:ea typeface="Cambria" pitchFamily="18" charset="0"/>
              </a:rPr>
              <a:t>Graphical user interface (GUI)</a:t>
            </a:r>
          </a:p>
        </p:txBody>
      </p:sp>
      <p:sp>
        <p:nvSpPr>
          <p:cNvPr id="3" name="Text Placeholder 2"/>
          <p:cNvSpPr>
            <a:spLocks noGrp="1"/>
          </p:cNvSpPr>
          <p:nvPr>
            <p:ph type="body" idx="1"/>
          </p:nvPr>
        </p:nvSpPr>
        <p:spPr>
          <a:xfrm>
            <a:off x="308728" y="523057"/>
            <a:ext cx="11787270" cy="4739759"/>
          </a:xfrm>
          <a:ln>
            <a:solidFill>
              <a:schemeClr val="accent1"/>
            </a:solidFill>
          </a:ln>
        </p:spPr>
        <p:txBody>
          <a:bodyPr/>
          <a:lstStyle/>
          <a:p>
            <a:pPr marL="457200" indent="-457200" algn="just">
              <a:buFont typeface="Wingdings" panose="05000000000000000000" pitchFamily="2" charset="2"/>
              <a:buChar char="Ø"/>
            </a:pPr>
            <a:r>
              <a:rPr lang="en-US" dirty="0">
                <a:latin typeface="Cambria" pitchFamily="18" charset="0"/>
                <a:ea typeface="Cambria" pitchFamily="18" charset="0"/>
              </a:rPr>
              <a:t>GUI is more user friendly than CLI</a:t>
            </a:r>
          </a:p>
          <a:p>
            <a:pPr marL="457200" indent="-457200" algn="just">
              <a:buFont typeface="Wingdings" panose="05000000000000000000" pitchFamily="2" charset="2"/>
              <a:buChar char="Ø"/>
            </a:pPr>
            <a:r>
              <a:rPr lang="en-US" dirty="0">
                <a:latin typeface="Cambria" pitchFamily="18" charset="0"/>
                <a:ea typeface="Cambria" pitchFamily="18" charset="0"/>
              </a:rPr>
              <a:t>Here, user just moves the mouse to position  its pointer on images or icons on the screen that represents programs, files, directories &amp; system functions</a:t>
            </a:r>
          </a:p>
          <a:p>
            <a:pPr marL="457200" indent="-457200" algn="just">
              <a:buFont typeface="Wingdings" panose="05000000000000000000" pitchFamily="2" charset="2"/>
              <a:buChar char="Ø"/>
            </a:pPr>
            <a:r>
              <a:rPr lang="en-US" dirty="0">
                <a:latin typeface="Cambria" pitchFamily="18" charset="0"/>
                <a:ea typeface="Cambria" pitchFamily="18" charset="0"/>
              </a:rPr>
              <a:t>Here, everything is represented in graphical form</a:t>
            </a:r>
          </a:p>
          <a:p>
            <a:pPr marL="457200" indent="-457200" algn="just">
              <a:buFont typeface="Wingdings" panose="05000000000000000000" pitchFamily="2" charset="2"/>
              <a:buChar char="Ø"/>
            </a:pPr>
            <a:r>
              <a:rPr lang="en-US" dirty="0">
                <a:latin typeface="Cambria" pitchFamily="18" charset="0"/>
                <a:ea typeface="Cambria" pitchFamily="18" charset="0"/>
              </a:rPr>
              <a:t>For ex, application programs, commands, disk drives, files, </a:t>
            </a:r>
            <a:r>
              <a:rPr lang="en-US" dirty="0" err="1">
                <a:latin typeface="Cambria" pitchFamily="18" charset="0"/>
                <a:ea typeface="Cambria" pitchFamily="18" charset="0"/>
              </a:rPr>
              <a:t>etc</a:t>
            </a:r>
            <a:r>
              <a:rPr lang="en-US" dirty="0">
                <a:latin typeface="Cambria" pitchFamily="18" charset="0"/>
                <a:ea typeface="Cambria" pitchFamily="18" charset="0"/>
              </a:rPr>
              <a:t> are presented in the form of icons</a:t>
            </a:r>
          </a:p>
          <a:p>
            <a:pPr marL="457200" indent="-457200" algn="just">
              <a:buFont typeface="Wingdings" panose="05000000000000000000" pitchFamily="2" charset="2"/>
              <a:buChar char="Ø"/>
            </a:pPr>
            <a:r>
              <a:rPr lang="en-US" dirty="0">
                <a:latin typeface="Cambria" pitchFamily="18" charset="0"/>
                <a:ea typeface="Cambria" pitchFamily="18" charset="0"/>
              </a:rPr>
              <a:t>Usually, command is given to the computer by clicking with mouse on the icon</a:t>
            </a:r>
          </a:p>
          <a:p>
            <a:pPr marL="457200" indent="-457200" algn="just">
              <a:buFont typeface="Wingdings" panose="05000000000000000000" pitchFamily="2" charset="2"/>
              <a:buChar char="Ø"/>
            </a:pPr>
            <a:r>
              <a:rPr lang="en-US" dirty="0">
                <a:latin typeface="Cambria" pitchFamily="18" charset="0"/>
                <a:ea typeface="Cambria" pitchFamily="18" charset="0"/>
              </a:rPr>
              <a:t>GUI also provides menus, buttons &amp; other graphical objects to the user to perform different tasks.</a:t>
            </a:r>
          </a:p>
        </p:txBody>
      </p:sp>
    </p:spTree>
    <p:extLst>
      <p:ext uri="{BB962C8B-B14F-4D97-AF65-F5344CB8AC3E}">
        <p14:creationId xmlns="" xmlns:p14="http://schemas.microsoft.com/office/powerpoint/2010/main" val="18021599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140" y="304800"/>
            <a:ext cx="2819033" cy="838200"/>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smtClean="0">
                <a:ln>
                  <a:noFill/>
                </a:ln>
                <a:solidFill>
                  <a:srgbClr val="FF0000"/>
                </a:solidFill>
                <a:effectLst/>
                <a:uLnTx/>
                <a:uFillTx/>
                <a:latin typeface="Cambria" pitchFamily="18" charset="0"/>
                <a:ea typeface="Cambria" pitchFamily="18" charset="0"/>
                <a:cs typeface="+mj-cs"/>
              </a:rPr>
              <a:t>Lecture 6</a:t>
            </a:r>
            <a:endParaRPr kumimoji="0" lang="en-US" sz="3200" b="1" i="0" u="none" strike="noStrike" kern="0" cap="none" spc="0" normalizeH="0" baseline="0" noProof="0" dirty="0">
              <a:ln>
                <a:noFill/>
              </a:ln>
              <a:solidFill>
                <a:srgbClr val="FF0000"/>
              </a:solidFill>
              <a:effectLst/>
              <a:uLnTx/>
              <a:uFillTx/>
              <a:latin typeface="Cambria" pitchFamily="18" charset="0"/>
              <a:ea typeface="Cambria" pitchFamily="18" charset="0"/>
              <a:cs typeface="+mj-cs"/>
            </a:endParaRPr>
          </a:p>
        </p:txBody>
      </p:sp>
      <p:sp>
        <p:nvSpPr>
          <p:cNvPr id="3" name="Rectangle 1"/>
          <p:cNvSpPr>
            <a:spLocks noChangeArrowheads="1"/>
          </p:cNvSpPr>
          <p:nvPr/>
        </p:nvSpPr>
        <p:spPr bwMode="auto">
          <a:xfrm>
            <a:off x="380165" y="1214422"/>
            <a:ext cx="11644395" cy="2062103"/>
          </a:xfrm>
          <a:prstGeom prst="rect">
            <a:avLst/>
          </a:prstGeom>
          <a:noFill/>
          <a:ln w="28575">
            <a:solidFill>
              <a:schemeClr val="accent5">
                <a:lumMod val="7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3200" b="1" dirty="0" smtClean="0">
                <a:latin typeface="Cambria" pitchFamily="18" charset="0"/>
                <a:ea typeface="Cambria" pitchFamily="18" charset="0"/>
                <a:cs typeface="Arial" pitchFamily="34" charset="0"/>
              </a:rPr>
              <a:t>System Calls and its types</a:t>
            </a:r>
          </a:p>
          <a:p>
            <a:pPr lvl="0" fontAlgn="base">
              <a:spcBef>
                <a:spcPct val="0"/>
              </a:spcBef>
              <a:spcAft>
                <a:spcPct val="0"/>
              </a:spcAft>
            </a:pPr>
            <a:endParaRPr lang="en-US" sz="3200" b="1" dirty="0" smtClean="0">
              <a:latin typeface="Cambria" pitchFamily="18" charset="0"/>
              <a:ea typeface="Cambria" pitchFamily="18" charset="0"/>
              <a:cs typeface="Arial" pitchFamily="34" charset="0"/>
            </a:endParaRP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LO1: Define System Call</a:t>
            </a: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LO2: Explain the different types of System Calls.</a:t>
            </a:r>
            <a:endParaRPr lang="en-US" sz="2800" b="1" dirty="0" smtClean="0">
              <a:solidFill>
                <a:srgbClr val="7030A0"/>
              </a:solidFill>
              <a:latin typeface="Cambria" pitchFamily="18" charset="0"/>
              <a:ea typeface="Cambria" pitchFamily="18" charset="0"/>
              <a:cs typeface="Arial"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629838" y="11"/>
            <a:ext cx="5583481" cy="695325"/>
          </a:xfrm>
          <a:prstGeom prst="rect">
            <a:avLst/>
          </a:prstGeom>
        </p:spPr>
        <p:txBody>
          <a:bodyPr vert="horz" wrap="square" lIns="0" tIns="11430" rIns="0" bIns="0" rtlCol="0">
            <a:spAutoFit/>
          </a:bodyPr>
          <a:lstStyle/>
          <a:p>
            <a:pPr marL="12700">
              <a:lnSpc>
                <a:spcPct val="100000"/>
              </a:lnSpc>
              <a:spcBef>
                <a:spcPts val="90"/>
              </a:spcBef>
            </a:pPr>
            <a:r>
              <a:rPr sz="4400" spc="-35" dirty="0">
                <a:latin typeface="Cambria" pitchFamily="18" charset="0"/>
                <a:ea typeface="Cambria" pitchFamily="18" charset="0"/>
                <a:cs typeface="Caladea"/>
              </a:rPr>
              <a:t>System </a:t>
            </a:r>
            <a:r>
              <a:rPr sz="4400" spc="-5" dirty="0">
                <a:latin typeface="Cambria" pitchFamily="18" charset="0"/>
                <a:ea typeface="Cambria" pitchFamily="18" charset="0"/>
                <a:cs typeface="Caladea"/>
              </a:rPr>
              <a:t>Calls</a:t>
            </a:r>
            <a:endParaRPr sz="4400" dirty="0">
              <a:latin typeface="Cambria" pitchFamily="18" charset="0"/>
              <a:ea typeface="Cambria" pitchFamily="18" charset="0"/>
              <a:cs typeface="Caladea"/>
            </a:endParaRPr>
          </a:p>
        </p:txBody>
      </p:sp>
      <p:sp>
        <p:nvSpPr>
          <p:cNvPr id="3" name="object 3"/>
          <p:cNvSpPr txBox="1"/>
          <p:nvPr/>
        </p:nvSpPr>
        <p:spPr>
          <a:xfrm>
            <a:off x="94413" y="664845"/>
            <a:ext cx="11930147" cy="4515980"/>
          </a:xfrm>
          <a:prstGeom prst="rect">
            <a:avLst/>
          </a:prstGeom>
          <a:ln>
            <a:solidFill>
              <a:schemeClr val="accent1"/>
            </a:solidFill>
          </a:ln>
        </p:spPr>
        <p:txBody>
          <a:bodyPr vert="horz" wrap="square" lIns="0" tIns="111125" rIns="0" bIns="0" rtlCol="0">
            <a:spAutoFit/>
          </a:bodyPr>
          <a:lstStyle/>
          <a:p>
            <a:pPr marL="241300" indent="-228600" algn="just">
              <a:lnSpc>
                <a:spcPct val="100000"/>
              </a:lnSpc>
              <a:spcBef>
                <a:spcPts val="875"/>
              </a:spcBef>
              <a:buFont typeface="Arial"/>
              <a:buChar char="•"/>
              <a:tabLst>
                <a:tab pos="240665" algn="l"/>
                <a:tab pos="241300" algn="l"/>
              </a:tabLst>
            </a:pPr>
            <a:r>
              <a:rPr lang="en-US" sz="2000" spc="-15" dirty="0">
                <a:solidFill>
                  <a:srgbClr val="FF0000"/>
                </a:solidFill>
                <a:latin typeface="Cambria" pitchFamily="18" charset="0"/>
                <a:ea typeface="Cambria" pitchFamily="18" charset="0"/>
                <a:cs typeface="Carlito"/>
              </a:rPr>
              <a:t>System call </a:t>
            </a:r>
            <a:r>
              <a:rPr lang="en-US" sz="2000" spc="-15" dirty="0">
                <a:latin typeface="Cambria" pitchFamily="18" charset="0"/>
                <a:ea typeface="Cambria" pitchFamily="18" charset="0"/>
                <a:cs typeface="Carlito"/>
              </a:rPr>
              <a:t>provides an interface to the services made available by OS. It is a mechanism/ interface to access the services of OS.</a:t>
            </a:r>
          </a:p>
          <a:p>
            <a:pPr marL="241300" indent="-228600" algn="just">
              <a:lnSpc>
                <a:spcPct val="100000"/>
              </a:lnSpc>
              <a:spcBef>
                <a:spcPts val="875"/>
              </a:spcBef>
              <a:buFont typeface="Arial"/>
              <a:buChar char="•"/>
              <a:tabLst>
                <a:tab pos="240665" algn="l"/>
                <a:tab pos="241300" algn="l"/>
              </a:tabLst>
            </a:pPr>
            <a:r>
              <a:rPr lang="en-US" sz="2000" spc="-15" dirty="0">
                <a:solidFill>
                  <a:srgbClr val="FF0000"/>
                </a:solidFill>
                <a:latin typeface="Cambria" pitchFamily="18" charset="0"/>
                <a:ea typeface="Cambria" pitchFamily="18" charset="0"/>
                <a:cs typeface="Carlito"/>
              </a:rPr>
              <a:t>system calls </a:t>
            </a:r>
            <a:r>
              <a:rPr lang="en-US" sz="2000" spc="-15" dirty="0">
                <a:latin typeface="Cambria" pitchFamily="18" charset="0"/>
                <a:ea typeface="Cambria" pitchFamily="18" charset="0"/>
                <a:cs typeface="Carlito"/>
              </a:rPr>
              <a:t>built on top of OS.</a:t>
            </a:r>
          </a:p>
          <a:p>
            <a:pPr marL="241300" indent="-228600" algn="just">
              <a:lnSpc>
                <a:spcPct val="100000"/>
              </a:lnSpc>
              <a:spcBef>
                <a:spcPts val="875"/>
              </a:spcBef>
              <a:buFont typeface="Arial"/>
              <a:buChar char="•"/>
              <a:tabLst>
                <a:tab pos="240665" algn="l"/>
                <a:tab pos="241300" algn="l"/>
              </a:tabLst>
            </a:pPr>
            <a:r>
              <a:rPr lang="en-US" sz="2000" spc="-15" dirty="0">
                <a:solidFill>
                  <a:srgbClr val="FF0000"/>
                </a:solidFill>
                <a:latin typeface="Cambria" pitchFamily="18" charset="0"/>
                <a:ea typeface="Cambria" pitchFamily="18" charset="0"/>
                <a:cs typeface="Carlito"/>
              </a:rPr>
              <a:t>system calls </a:t>
            </a:r>
            <a:r>
              <a:rPr lang="en-US" sz="2000" spc="-15" dirty="0">
                <a:latin typeface="Cambria" pitchFamily="18" charset="0"/>
                <a:ea typeface="Cambria" pitchFamily="18" charset="0"/>
                <a:cs typeface="Carlito"/>
              </a:rPr>
              <a:t>interact with kernel area of OS</a:t>
            </a:r>
          </a:p>
          <a:p>
            <a:pPr marL="241300" indent="-228600" algn="just">
              <a:lnSpc>
                <a:spcPct val="100000"/>
              </a:lnSpc>
              <a:spcBef>
                <a:spcPts val="875"/>
              </a:spcBef>
              <a:buFont typeface="Arial"/>
              <a:buChar char="•"/>
              <a:tabLst>
                <a:tab pos="240665" algn="l"/>
                <a:tab pos="241300" algn="l"/>
              </a:tabLst>
            </a:pPr>
            <a:r>
              <a:rPr lang="en-US" sz="2000" spc="-15" dirty="0">
                <a:solidFill>
                  <a:srgbClr val="FF0000"/>
                </a:solidFill>
                <a:latin typeface="Cambria" pitchFamily="18" charset="0"/>
                <a:ea typeface="Cambria" pitchFamily="18" charset="0"/>
                <a:cs typeface="Carlito"/>
              </a:rPr>
              <a:t>system calls </a:t>
            </a:r>
            <a:r>
              <a:rPr lang="en-US" sz="2000" spc="-15" dirty="0">
                <a:latin typeface="Cambria" pitchFamily="18" charset="0"/>
                <a:ea typeface="Cambria" pitchFamily="18" charset="0"/>
                <a:cs typeface="Carlito"/>
              </a:rPr>
              <a:t>can also interact with hardware part of system like keyboard, mouse, printer, CPU, etc.</a:t>
            </a:r>
          </a:p>
          <a:p>
            <a:pPr marL="241300" indent="-228600" algn="just">
              <a:spcBef>
                <a:spcPts val="875"/>
              </a:spcBef>
              <a:buFont typeface="Arial"/>
              <a:buChar char="•"/>
              <a:tabLst>
                <a:tab pos="240665" algn="l"/>
                <a:tab pos="241300" algn="l"/>
              </a:tabLst>
            </a:pPr>
            <a:r>
              <a:rPr lang="en-US" sz="2000" spc="-15" dirty="0">
                <a:solidFill>
                  <a:srgbClr val="FF0000"/>
                </a:solidFill>
                <a:latin typeface="Cambria" pitchFamily="18" charset="0"/>
                <a:ea typeface="Cambria" pitchFamily="18" charset="0"/>
                <a:cs typeface="Carlito"/>
              </a:rPr>
              <a:t>system call </a:t>
            </a:r>
            <a:r>
              <a:rPr lang="en-US" sz="2000" spc="-15" dirty="0">
                <a:latin typeface="Cambria" pitchFamily="18" charset="0"/>
                <a:ea typeface="Cambria" pitchFamily="18" charset="0"/>
                <a:cs typeface="Carlito"/>
              </a:rPr>
              <a:t>functions are generally available as routines written in </a:t>
            </a:r>
            <a:r>
              <a:rPr lang="en-US" sz="2000" spc="-10" dirty="0">
                <a:latin typeface="Cambria" pitchFamily="18" charset="0"/>
                <a:ea typeface="Cambria" pitchFamily="18" charset="0"/>
                <a:cs typeface="Carlito"/>
              </a:rPr>
              <a:t>C,</a:t>
            </a:r>
            <a:r>
              <a:rPr lang="en-US" sz="2000" spc="195" dirty="0">
                <a:latin typeface="Cambria" pitchFamily="18" charset="0"/>
                <a:ea typeface="Cambria" pitchFamily="18" charset="0"/>
                <a:cs typeface="Carlito"/>
              </a:rPr>
              <a:t> </a:t>
            </a:r>
            <a:r>
              <a:rPr lang="en-US" sz="2000" spc="-10" dirty="0">
                <a:latin typeface="Cambria" pitchFamily="18" charset="0"/>
                <a:ea typeface="Cambria" pitchFamily="18" charset="0"/>
                <a:cs typeface="Carlito"/>
              </a:rPr>
              <a:t>C++ &amp; most of the times in assembly language instructions</a:t>
            </a:r>
            <a:endParaRPr lang="en-US" sz="2000" dirty="0">
              <a:latin typeface="Cambria" pitchFamily="18" charset="0"/>
              <a:ea typeface="Cambria" pitchFamily="18" charset="0"/>
              <a:cs typeface="Carlito"/>
            </a:endParaRPr>
          </a:p>
          <a:p>
            <a:pPr marL="241300" indent="-228600" algn="just">
              <a:lnSpc>
                <a:spcPct val="100000"/>
              </a:lnSpc>
              <a:spcBef>
                <a:spcPts val="875"/>
              </a:spcBef>
              <a:buFont typeface="Arial"/>
              <a:buChar char="•"/>
              <a:tabLst>
                <a:tab pos="240665" algn="l"/>
                <a:tab pos="241300" algn="l"/>
              </a:tabLst>
            </a:pPr>
            <a:r>
              <a:rPr lang="en-US" sz="2000" spc="-15" dirty="0">
                <a:solidFill>
                  <a:srgbClr val="FF0000"/>
                </a:solidFill>
                <a:latin typeface="Cambria" pitchFamily="18" charset="0"/>
                <a:ea typeface="Cambria" pitchFamily="18" charset="0"/>
                <a:cs typeface="Carlito"/>
              </a:rPr>
              <a:t>system calls </a:t>
            </a:r>
            <a:r>
              <a:rPr lang="en-US" sz="2000" spc="-15" dirty="0">
                <a:latin typeface="Cambria" pitchFamily="18" charset="0"/>
                <a:ea typeface="Cambria" pitchFamily="18" charset="0"/>
                <a:cs typeface="Carlito"/>
              </a:rPr>
              <a:t>is defined as an interface between OS &amp; a process, that allows a process to invoke OS functions”</a:t>
            </a:r>
          </a:p>
          <a:p>
            <a:pPr marL="241300" marR="382270" indent="-228600" algn="just">
              <a:lnSpc>
                <a:spcPct val="90100"/>
              </a:lnSpc>
              <a:spcBef>
                <a:spcPts val="980"/>
              </a:spcBef>
              <a:buFont typeface="Arial"/>
              <a:buChar char="•"/>
              <a:tabLst>
                <a:tab pos="240665" algn="l"/>
                <a:tab pos="241300" algn="l"/>
              </a:tabLst>
            </a:pPr>
            <a:r>
              <a:rPr lang="en-GB" sz="2000" spc="-10" dirty="0">
                <a:latin typeface="Cambria" pitchFamily="18" charset="0"/>
                <a:ea typeface="Cambria" pitchFamily="18" charset="0"/>
                <a:cs typeface="Carlito"/>
              </a:rPr>
              <a:t>Mostly accessed </a:t>
            </a:r>
            <a:r>
              <a:rPr lang="en-GB" sz="2000" spc="-5" dirty="0">
                <a:latin typeface="Cambria" pitchFamily="18" charset="0"/>
                <a:ea typeface="Cambria" pitchFamily="18" charset="0"/>
                <a:cs typeface="Carlito"/>
              </a:rPr>
              <a:t>by </a:t>
            </a:r>
            <a:r>
              <a:rPr lang="en-GB" sz="2000" spc="-15" dirty="0">
                <a:latin typeface="Cambria" pitchFamily="18" charset="0"/>
                <a:ea typeface="Cambria" pitchFamily="18" charset="0"/>
                <a:cs typeface="Carlito"/>
              </a:rPr>
              <a:t>programs </a:t>
            </a:r>
            <a:r>
              <a:rPr lang="en-GB" sz="2000" spc="-10" dirty="0">
                <a:latin typeface="Cambria" pitchFamily="18" charset="0"/>
                <a:ea typeface="Cambria" pitchFamily="18" charset="0"/>
                <a:cs typeface="Carlito"/>
              </a:rPr>
              <a:t>via </a:t>
            </a:r>
            <a:r>
              <a:rPr lang="en-GB" sz="2000" spc="-5" dirty="0">
                <a:latin typeface="Cambria" pitchFamily="18" charset="0"/>
                <a:ea typeface="Cambria" pitchFamily="18" charset="0"/>
                <a:cs typeface="Carlito"/>
              </a:rPr>
              <a:t>a </a:t>
            </a:r>
            <a:r>
              <a:rPr lang="en-GB" sz="2000" spc="-10" dirty="0">
                <a:latin typeface="Cambria" pitchFamily="18" charset="0"/>
                <a:ea typeface="Cambria" pitchFamily="18" charset="0"/>
                <a:cs typeface="Carlito"/>
              </a:rPr>
              <a:t>high-level </a:t>
            </a:r>
            <a:r>
              <a:rPr lang="en-GB" sz="2000" b="1" spc="-10" dirty="0">
                <a:solidFill>
                  <a:srgbClr val="3366FF"/>
                </a:solidFill>
                <a:latin typeface="Cambria" pitchFamily="18" charset="0"/>
                <a:ea typeface="Cambria" pitchFamily="18" charset="0"/>
                <a:cs typeface="Carlito"/>
              </a:rPr>
              <a:t>Application  Programming Interface </a:t>
            </a:r>
            <a:r>
              <a:rPr lang="en-GB" sz="2000" b="1" spc="-10" dirty="0">
                <a:latin typeface="Cambria" pitchFamily="18" charset="0"/>
                <a:ea typeface="Cambria" pitchFamily="18" charset="0"/>
                <a:cs typeface="Carlito"/>
              </a:rPr>
              <a:t>(</a:t>
            </a:r>
            <a:r>
              <a:rPr lang="en-GB" sz="2000" b="1" spc="-10" dirty="0">
                <a:solidFill>
                  <a:srgbClr val="3366FF"/>
                </a:solidFill>
                <a:latin typeface="Cambria" pitchFamily="18" charset="0"/>
                <a:ea typeface="Cambria" pitchFamily="18" charset="0"/>
                <a:cs typeface="Carlito"/>
              </a:rPr>
              <a:t>API</a:t>
            </a:r>
            <a:r>
              <a:rPr lang="en-GB" sz="2000" b="1" spc="-10" dirty="0">
                <a:latin typeface="Cambria" pitchFamily="18" charset="0"/>
                <a:ea typeface="Cambria" pitchFamily="18" charset="0"/>
                <a:cs typeface="Carlito"/>
              </a:rPr>
              <a:t>) </a:t>
            </a:r>
            <a:r>
              <a:rPr lang="en-GB" sz="2000" spc="-15" dirty="0">
                <a:latin typeface="Cambria" pitchFamily="18" charset="0"/>
                <a:ea typeface="Cambria" pitchFamily="18" charset="0"/>
                <a:cs typeface="Carlito"/>
              </a:rPr>
              <a:t>rather </a:t>
            </a:r>
            <a:r>
              <a:rPr lang="en-GB" sz="2000" spc="-5" dirty="0">
                <a:latin typeface="Cambria" pitchFamily="18" charset="0"/>
                <a:ea typeface="Cambria" pitchFamily="18" charset="0"/>
                <a:cs typeface="Carlito"/>
              </a:rPr>
              <a:t>than </a:t>
            </a:r>
            <a:r>
              <a:rPr lang="en-GB" sz="2000" spc="-10" dirty="0">
                <a:latin typeface="Cambria" pitchFamily="18" charset="0"/>
                <a:ea typeface="Cambria" pitchFamily="18" charset="0"/>
                <a:cs typeface="Carlito"/>
              </a:rPr>
              <a:t>direct </a:t>
            </a:r>
            <a:r>
              <a:rPr lang="en-GB" sz="2000" spc="-30" dirty="0">
                <a:latin typeface="Cambria" pitchFamily="18" charset="0"/>
                <a:ea typeface="Cambria" pitchFamily="18" charset="0"/>
                <a:cs typeface="Carlito"/>
              </a:rPr>
              <a:t>system </a:t>
            </a:r>
            <a:r>
              <a:rPr lang="en-GB" sz="2000" spc="-15" dirty="0">
                <a:latin typeface="Cambria" pitchFamily="18" charset="0"/>
                <a:ea typeface="Cambria" pitchFamily="18" charset="0"/>
                <a:cs typeface="Carlito"/>
              </a:rPr>
              <a:t>call</a:t>
            </a:r>
            <a:r>
              <a:rPr lang="en-GB" sz="2000" spc="20" dirty="0">
                <a:latin typeface="Cambria" pitchFamily="18" charset="0"/>
                <a:ea typeface="Cambria" pitchFamily="18" charset="0"/>
                <a:cs typeface="Carlito"/>
              </a:rPr>
              <a:t> </a:t>
            </a:r>
            <a:r>
              <a:rPr lang="en-GB" sz="2000" spc="-10" dirty="0">
                <a:latin typeface="Cambria" pitchFamily="18" charset="0"/>
                <a:ea typeface="Cambria" pitchFamily="18" charset="0"/>
                <a:cs typeface="Carlito"/>
              </a:rPr>
              <a:t>use.</a:t>
            </a:r>
          </a:p>
          <a:p>
            <a:pPr marL="241300" marR="382270" indent="-228600" algn="just">
              <a:lnSpc>
                <a:spcPct val="90100"/>
              </a:lnSpc>
              <a:spcBef>
                <a:spcPts val="980"/>
              </a:spcBef>
              <a:buFont typeface="Arial"/>
              <a:buChar char="•"/>
              <a:tabLst>
                <a:tab pos="240665" algn="l"/>
                <a:tab pos="241300" algn="l"/>
              </a:tabLst>
            </a:pPr>
            <a:r>
              <a:rPr lang="en-GB" sz="2000" spc="-15" dirty="0">
                <a:latin typeface="Cambria" pitchFamily="18" charset="0"/>
                <a:ea typeface="Cambria" pitchFamily="18" charset="0"/>
                <a:cs typeface="Carlito"/>
              </a:rPr>
              <a:t>Three </a:t>
            </a:r>
            <a:r>
              <a:rPr lang="en-GB" sz="2000" spc="-20" dirty="0">
                <a:latin typeface="Cambria" pitchFamily="18" charset="0"/>
                <a:ea typeface="Cambria" pitchFamily="18" charset="0"/>
                <a:cs typeface="Carlito"/>
              </a:rPr>
              <a:t>most </a:t>
            </a:r>
            <a:r>
              <a:rPr lang="en-GB" sz="2000" spc="-15" dirty="0">
                <a:latin typeface="Cambria" pitchFamily="18" charset="0"/>
                <a:ea typeface="Cambria" pitchFamily="18" charset="0"/>
                <a:cs typeface="Carlito"/>
              </a:rPr>
              <a:t>common </a:t>
            </a:r>
            <a:r>
              <a:rPr lang="en-GB" sz="2000" spc="-5" dirty="0">
                <a:latin typeface="Cambria" pitchFamily="18" charset="0"/>
                <a:ea typeface="Cambria" pitchFamily="18" charset="0"/>
                <a:cs typeface="Carlito"/>
              </a:rPr>
              <a:t>APIs </a:t>
            </a:r>
            <a:r>
              <a:rPr lang="en-GB" sz="2000" spc="-15" dirty="0">
                <a:latin typeface="Cambria" pitchFamily="18" charset="0"/>
                <a:ea typeface="Cambria" pitchFamily="18" charset="0"/>
                <a:cs typeface="Carlito"/>
              </a:rPr>
              <a:t>are </a:t>
            </a:r>
            <a:r>
              <a:rPr lang="en-GB" sz="2000" spc="-5" dirty="0">
                <a:latin typeface="Cambria" pitchFamily="18" charset="0"/>
                <a:ea typeface="Cambria" pitchFamily="18" charset="0"/>
                <a:cs typeface="Carlito"/>
              </a:rPr>
              <a:t>Win32 API </a:t>
            </a:r>
            <a:r>
              <a:rPr lang="en-GB" sz="2000" spc="-25" dirty="0">
                <a:latin typeface="Cambria" pitchFamily="18" charset="0"/>
                <a:ea typeface="Cambria" pitchFamily="18" charset="0"/>
                <a:cs typeface="Carlito"/>
              </a:rPr>
              <a:t>for </a:t>
            </a:r>
            <a:r>
              <a:rPr lang="en-GB" sz="2000" spc="-10" dirty="0">
                <a:latin typeface="Cambria" pitchFamily="18" charset="0"/>
                <a:ea typeface="Cambria" pitchFamily="18" charset="0"/>
                <a:cs typeface="Carlito"/>
              </a:rPr>
              <a:t>Windows,  </a:t>
            </a:r>
            <a:r>
              <a:rPr lang="en-GB" sz="2000" spc="-5" dirty="0">
                <a:latin typeface="Cambria" pitchFamily="18" charset="0"/>
                <a:ea typeface="Cambria" pitchFamily="18" charset="0"/>
                <a:cs typeface="Carlito"/>
              </a:rPr>
              <a:t>POSIX API </a:t>
            </a:r>
            <a:r>
              <a:rPr lang="en-GB" sz="2000" spc="-25" dirty="0">
                <a:latin typeface="Cambria" pitchFamily="18" charset="0"/>
                <a:ea typeface="Cambria" pitchFamily="18" charset="0"/>
                <a:cs typeface="Carlito"/>
              </a:rPr>
              <a:t>for </a:t>
            </a:r>
            <a:r>
              <a:rPr lang="en-GB" sz="2000" spc="-10" dirty="0">
                <a:latin typeface="Cambria" pitchFamily="18" charset="0"/>
                <a:ea typeface="Cambria" pitchFamily="18" charset="0"/>
                <a:cs typeface="Carlito"/>
              </a:rPr>
              <a:t>POSIX-based </a:t>
            </a:r>
            <a:r>
              <a:rPr lang="en-GB" sz="2000" spc="-30" dirty="0">
                <a:latin typeface="Cambria" pitchFamily="18" charset="0"/>
                <a:ea typeface="Cambria" pitchFamily="18" charset="0"/>
                <a:cs typeface="Carlito"/>
              </a:rPr>
              <a:t>systems </a:t>
            </a:r>
            <a:r>
              <a:rPr lang="en-GB" sz="2000" spc="-5" dirty="0">
                <a:latin typeface="Cambria" pitchFamily="18" charset="0"/>
                <a:ea typeface="Cambria" pitchFamily="18" charset="0"/>
                <a:cs typeface="Carlito"/>
              </a:rPr>
              <a:t>(including virtually all  </a:t>
            </a:r>
            <a:r>
              <a:rPr lang="en-GB" sz="2000" spc="-15" dirty="0">
                <a:latin typeface="Cambria" pitchFamily="18" charset="0"/>
                <a:ea typeface="Cambria" pitchFamily="18" charset="0"/>
                <a:cs typeface="Carlito"/>
              </a:rPr>
              <a:t>versions </a:t>
            </a:r>
            <a:r>
              <a:rPr lang="en-GB" sz="2000" spc="-5" dirty="0">
                <a:latin typeface="Cambria" pitchFamily="18" charset="0"/>
                <a:ea typeface="Cambria" pitchFamily="18" charset="0"/>
                <a:cs typeface="Carlito"/>
              </a:rPr>
              <a:t>of UNIX, Linux, </a:t>
            </a:r>
            <a:r>
              <a:rPr lang="en-GB" sz="2000" dirty="0">
                <a:latin typeface="Cambria" pitchFamily="18" charset="0"/>
                <a:ea typeface="Cambria" pitchFamily="18" charset="0"/>
                <a:cs typeface="Carlito"/>
              </a:rPr>
              <a:t>and </a:t>
            </a:r>
            <a:r>
              <a:rPr lang="en-GB" sz="2000" spc="-5" dirty="0">
                <a:latin typeface="Cambria" pitchFamily="18" charset="0"/>
                <a:ea typeface="Cambria" pitchFamily="18" charset="0"/>
                <a:cs typeface="Carlito"/>
              </a:rPr>
              <a:t>Mac </a:t>
            </a:r>
            <a:r>
              <a:rPr lang="en-GB" sz="2000" spc="-10" dirty="0">
                <a:latin typeface="Cambria" pitchFamily="18" charset="0"/>
                <a:ea typeface="Cambria" pitchFamily="18" charset="0"/>
                <a:cs typeface="Carlito"/>
              </a:rPr>
              <a:t>OS X), </a:t>
            </a:r>
            <a:r>
              <a:rPr lang="en-GB" sz="2000" dirty="0">
                <a:latin typeface="Cambria" pitchFamily="18" charset="0"/>
                <a:ea typeface="Cambria" pitchFamily="18" charset="0"/>
                <a:cs typeface="Carlito"/>
              </a:rPr>
              <a:t>and </a:t>
            </a:r>
            <a:r>
              <a:rPr lang="en-GB" sz="2000" spc="-20" dirty="0">
                <a:latin typeface="Cambria" pitchFamily="18" charset="0"/>
                <a:ea typeface="Cambria" pitchFamily="18" charset="0"/>
                <a:cs typeface="Carlito"/>
              </a:rPr>
              <a:t>Java </a:t>
            </a:r>
            <a:r>
              <a:rPr lang="en-GB" sz="2000" spc="-5" dirty="0">
                <a:latin typeface="Cambria" pitchFamily="18" charset="0"/>
                <a:ea typeface="Cambria" pitchFamily="18" charset="0"/>
                <a:cs typeface="Carlito"/>
              </a:rPr>
              <a:t>API </a:t>
            </a:r>
            <a:r>
              <a:rPr lang="en-GB" sz="2000" spc="-25" dirty="0">
                <a:latin typeface="Cambria" pitchFamily="18" charset="0"/>
                <a:ea typeface="Cambria" pitchFamily="18" charset="0"/>
                <a:cs typeface="Carlito"/>
              </a:rPr>
              <a:t>for  </a:t>
            </a:r>
            <a:r>
              <a:rPr lang="en-GB" sz="2000" spc="-5" dirty="0">
                <a:latin typeface="Cambria" pitchFamily="18" charset="0"/>
                <a:ea typeface="Cambria" pitchFamily="18" charset="0"/>
                <a:cs typeface="Carlito"/>
              </a:rPr>
              <a:t>the </a:t>
            </a:r>
            <a:r>
              <a:rPr lang="en-GB" sz="2000" spc="-20" dirty="0">
                <a:latin typeface="Cambria" pitchFamily="18" charset="0"/>
                <a:ea typeface="Cambria" pitchFamily="18" charset="0"/>
                <a:cs typeface="Carlito"/>
              </a:rPr>
              <a:t>Java </a:t>
            </a:r>
            <a:r>
              <a:rPr lang="en-GB" sz="2000" spc="-5" dirty="0">
                <a:latin typeface="Cambria" pitchFamily="18" charset="0"/>
                <a:ea typeface="Cambria" pitchFamily="18" charset="0"/>
                <a:cs typeface="Carlito"/>
              </a:rPr>
              <a:t>virtual machine</a:t>
            </a:r>
            <a:r>
              <a:rPr lang="en-GB" sz="2000" spc="85" dirty="0">
                <a:latin typeface="Cambria" pitchFamily="18" charset="0"/>
                <a:ea typeface="Cambria" pitchFamily="18" charset="0"/>
                <a:cs typeface="Carlito"/>
              </a:rPr>
              <a:t> </a:t>
            </a:r>
            <a:r>
              <a:rPr lang="en-GB" sz="2000" spc="-15" dirty="0">
                <a:latin typeface="Cambria" pitchFamily="18" charset="0"/>
                <a:ea typeface="Cambria" pitchFamily="18" charset="0"/>
                <a:cs typeface="Carlito"/>
              </a:rPr>
              <a:t>(JVM)</a:t>
            </a:r>
            <a:endParaRPr lang="en-GB" sz="2000" dirty="0">
              <a:latin typeface="Cambria" pitchFamily="18" charset="0"/>
              <a:ea typeface="Cambria" pitchFamily="18" charset="0"/>
              <a:cs typeface="Carl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 y="30607"/>
            <a:ext cx="12190413" cy="430887"/>
          </a:xfrm>
        </p:spPr>
        <p:txBody>
          <a:bodyPr/>
          <a:lstStyle/>
          <a:p>
            <a:r>
              <a:rPr lang="en-US" dirty="0">
                <a:latin typeface="Cambria" pitchFamily="18" charset="0"/>
                <a:ea typeface="Cambria" pitchFamily="18" charset="0"/>
              </a:rPr>
              <a:t>Handling user application invoking open() system call </a:t>
            </a:r>
          </a:p>
        </p:txBody>
      </p:sp>
      <p:sp>
        <p:nvSpPr>
          <p:cNvPr id="3" name="Text Placeholder 2"/>
          <p:cNvSpPr>
            <a:spLocks noGrp="1"/>
          </p:cNvSpPr>
          <p:nvPr>
            <p:ph type="body" idx="1"/>
          </p:nvPr>
        </p:nvSpPr>
        <p:spPr/>
        <p:txBody>
          <a:bodyPr/>
          <a:lstStyle/>
          <a:p>
            <a:endParaRPr lang="en-US" dirty="0">
              <a:latin typeface="Cambria" pitchFamily="18" charset="0"/>
              <a:ea typeface="Cambria" pitchFamily="18" charset="0"/>
            </a:endParaRPr>
          </a:p>
        </p:txBody>
      </p:sp>
      <p:pic>
        <p:nvPicPr>
          <p:cNvPr id="4" name="Picture 5" descr="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08729" y="609611"/>
            <a:ext cx="11358642" cy="5819785"/>
          </a:xfrm>
          <a:prstGeom prst="rect">
            <a:avLst/>
          </a:prstGeom>
          <a:noFill/>
          <a:ln w="9525">
            <a:solidFill>
              <a:schemeClr val="accent1"/>
            </a:solidFill>
            <a:miter lim="800000"/>
            <a:headEnd/>
            <a:tailEnd/>
          </a:ln>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8728190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736033" y="76211"/>
            <a:ext cx="8203607" cy="689291"/>
          </a:xfrm>
          <a:prstGeom prst="rect">
            <a:avLst/>
          </a:prstGeom>
        </p:spPr>
        <p:txBody>
          <a:bodyPr vert="horz" wrap="square" lIns="0" tIns="12065" rIns="0" bIns="0" rtlCol="0">
            <a:spAutoFit/>
          </a:bodyPr>
          <a:lstStyle/>
          <a:p>
            <a:pPr marL="12700">
              <a:lnSpc>
                <a:spcPct val="100000"/>
              </a:lnSpc>
              <a:spcBef>
                <a:spcPts val="95"/>
              </a:spcBef>
            </a:pPr>
            <a:r>
              <a:rPr sz="4400" spc="-30" dirty="0">
                <a:latin typeface="Cambria" pitchFamily="18" charset="0"/>
                <a:ea typeface="Cambria" pitchFamily="18" charset="0"/>
                <a:cs typeface="Caladea"/>
              </a:rPr>
              <a:t>Types </a:t>
            </a:r>
            <a:r>
              <a:rPr sz="4400" spc="-5" dirty="0">
                <a:latin typeface="Cambria" pitchFamily="18" charset="0"/>
                <a:ea typeface="Cambria" pitchFamily="18" charset="0"/>
                <a:cs typeface="Caladea"/>
              </a:rPr>
              <a:t>of </a:t>
            </a:r>
            <a:r>
              <a:rPr sz="4400" spc="-35" dirty="0">
                <a:latin typeface="Cambria" pitchFamily="18" charset="0"/>
                <a:ea typeface="Cambria" pitchFamily="18" charset="0"/>
                <a:cs typeface="Caladea"/>
              </a:rPr>
              <a:t>System</a:t>
            </a:r>
            <a:r>
              <a:rPr sz="4400" spc="50" dirty="0">
                <a:latin typeface="Cambria" pitchFamily="18" charset="0"/>
                <a:ea typeface="Cambria" pitchFamily="18" charset="0"/>
                <a:cs typeface="Caladea"/>
              </a:rPr>
              <a:t> </a:t>
            </a:r>
            <a:r>
              <a:rPr sz="4400" spc="-5" dirty="0">
                <a:latin typeface="Cambria" pitchFamily="18" charset="0"/>
                <a:ea typeface="Cambria" pitchFamily="18" charset="0"/>
                <a:cs typeface="Caladea"/>
              </a:rPr>
              <a:t>Calls</a:t>
            </a:r>
            <a:endParaRPr sz="4400" dirty="0">
              <a:latin typeface="Cambria" pitchFamily="18" charset="0"/>
              <a:ea typeface="Cambria" pitchFamily="18" charset="0"/>
              <a:cs typeface="Caladea"/>
            </a:endParaRPr>
          </a:p>
        </p:txBody>
      </p:sp>
      <p:sp>
        <p:nvSpPr>
          <p:cNvPr id="3" name="object 3"/>
          <p:cNvSpPr txBox="1"/>
          <p:nvPr/>
        </p:nvSpPr>
        <p:spPr>
          <a:xfrm>
            <a:off x="1523174" y="714356"/>
            <a:ext cx="9572691" cy="4800673"/>
          </a:xfrm>
          <a:prstGeom prst="rect">
            <a:avLst/>
          </a:prstGeom>
          <a:ln>
            <a:solidFill>
              <a:schemeClr val="accent1"/>
            </a:solidFill>
          </a:ln>
        </p:spPr>
        <p:txBody>
          <a:bodyPr vert="horz" wrap="square" lIns="0" tIns="47625" rIns="0" bIns="0" rtlCol="0">
            <a:spAutoFit/>
          </a:bodyPr>
          <a:lstStyle/>
          <a:p>
            <a:pPr marL="241300" indent="-228600">
              <a:lnSpc>
                <a:spcPct val="100000"/>
              </a:lnSpc>
              <a:spcBef>
                <a:spcPts val="375"/>
              </a:spcBef>
              <a:buFont typeface="Arial"/>
              <a:buChar char="•"/>
              <a:tabLst>
                <a:tab pos="241300" algn="l"/>
              </a:tabLst>
            </a:pPr>
            <a:r>
              <a:rPr sz="2800" spc="-10" dirty="0">
                <a:latin typeface="Cambria" pitchFamily="18" charset="0"/>
                <a:ea typeface="Cambria" pitchFamily="18" charset="0"/>
                <a:cs typeface="Caladea"/>
              </a:rPr>
              <a:t>Process</a:t>
            </a:r>
            <a:r>
              <a:rPr sz="2800" spc="-5" dirty="0">
                <a:latin typeface="Cambria" pitchFamily="18" charset="0"/>
                <a:ea typeface="Cambria" pitchFamily="18" charset="0"/>
                <a:cs typeface="Caladea"/>
              </a:rPr>
              <a:t> control</a:t>
            </a:r>
            <a:endParaRPr sz="2800" dirty="0">
              <a:latin typeface="Cambria" pitchFamily="18" charset="0"/>
              <a:ea typeface="Cambria" pitchFamily="18" charset="0"/>
              <a:cs typeface="Caladea"/>
            </a:endParaRPr>
          </a:p>
          <a:p>
            <a:pPr marL="698500" lvl="1" indent="-229235">
              <a:lnSpc>
                <a:spcPct val="100000"/>
              </a:lnSpc>
              <a:spcBef>
                <a:spcPts val="234"/>
              </a:spcBef>
              <a:buFont typeface="Arial"/>
              <a:buChar char="•"/>
              <a:tabLst>
                <a:tab pos="699135" algn="l"/>
              </a:tabLst>
            </a:pPr>
            <a:r>
              <a:rPr lang="en-US" sz="2400" spc="-15" dirty="0" err="1">
                <a:latin typeface="Cambria" pitchFamily="18" charset="0"/>
                <a:ea typeface="Cambria" pitchFamily="18" charset="0"/>
                <a:cs typeface="Caladea"/>
              </a:rPr>
              <a:t>C</a:t>
            </a:r>
            <a:r>
              <a:rPr sz="2400" spc="-15" dirty="0" err="1">
                <a:latin typeface="Cambria" pitchFamily="18" charset="0"/>
                <a:ea typeface="Cambria" pitchFamily="18" charset="0"/>
                <a:cs typeface="Caladea"/>
              </a:rPr>
              <a:t>reate</a:t>
            </a:r>
            <a:r>
              <a:rPr lang="en-US" sz="2400" spc="-15" dirty="0" err="1">
                <a:latin typeface="Cambria" pitchFamily="18" charset="0"/>
                <a:ea typeface="Cambria" pitchFamily="18" charset="0"/>
                <a:cs typeface="Caladea"/>
              </a:rPr>
              <a:t>P</a:t>
            </a:r>
            <a:r>
              <a:rPr sz="2400" spc="-5" dirty="0" err="1">
                <a:latin typeface="Cambria" pitchFamily="18" charset="0"/>
                <a:ea typeface="Cambria" pitchFamily="18" charset="0"/>
                <a:cs typeface="Caladea"/>
              </a:rPr>
              <a:t>rocess</a:t>
            </a:r>
            <a:r>
              <a:rPr lang="en-US" sz="2400" spc="-5" dirty="0">
                <a:latin typeface="Cambria" pitchFamily="18" charset="0"/>
                <a:ea typeface="Cambria" pitchFamily="18" charset="0"/>
                <a:cs typeface="Caladea"/>
              </a:rPr>
              <a:t>()</a:t>
            </a:r>
            <a:r>
              <a:rPr sz="2400" spc="-5" dirty="0">
                <a:latin typeface="Cambria" pitchFamily="18" charset="0"/>
                <a:ea typeface="Cambria" pitchFamily="18" charset="0"/>
                <a:cs typeface="Caladea"/>
              </a:rPr>
              <a:t>, </a:t>
            </a:r>
            <a:r>
              <a:rPr lang="en-US" sz="2400" spc="-5" dirty="0">
                <a:latin typeface="Cambria" pitchFamily="18" charset="0"/>
                <a:ea typeface="Cambria" pitchFamily="18" charset="0"/>
                <a:cs typeface="Caladea"/>
              </a:rPr>
              <a:t>fork()----to create the process</a:t>
            </a:r>
          </a:p>
          <a:p>
            <a:pPr marL="698500" lvl="1" indent="-229235">
              <a:lnSpc>
                <a:spcPct val="100000"/>
              </a:lnSpc>
              <a:spcBef>
                <a:spcPts val="234"/>
              </a:spcBef>
              <a:buFont typeface="Arial"/>
              <a:buChar char="•"/>
              <a:tabLst>
                <a:tab pos="699135" algn="l"/>
              </a:tabLst>
            </a:pPr>
            <a:r>
              <a:rPr lang="en-US" sz="2400" spc="-10" dirty="0" err="1">
                <a:latin typeface="Cambria" pitchFamily="18" charset="0"/>
                <a:ea typeface="Cambria" pitchFamily="18" charset="0"/>
                <a:cs typeface="Caladea"/>
              </a:rPr>
              <a:t>ExitProcess</a:t>
            </a:r>
            <a:r>
              <a:rPr lang="en-US" sz="2400" spc="-10" dirty="0">
                <a:latin typeface="Cambria" pitchFamily="18" charset="0"/>
                <a:ea typeface="Cambria" pitchFamily="18" charset="0"/>
                <a:cs typeface="Caladea"/>
              </a:rPr>
              <a:t>(), exit()---------to </a:t>
            </a:r>
            <a:r>
              <a:rPr sz="2400" spc="-10" dirty="0">
                <a:latin typeface="Cambria" pitchFamily="18" charset="0"/>
                <a:ea typeface="Cambria" pitchFamily="18" charset="0"/>
                <a:cs typeface="Caladea"/>
              </a:rPr>
              <a:t>terminate</a:t>
            </a:r>
            <a:r>
              <a:rPr sz="2400" dirty="0">
                <a:latin typeface="Cambria" pitchFamily="18" charset="0"/>
                <a:ea typeface="Cambria" pitchFamily="18" charset="0"/>
                <a:cs typeface="Caladea"/>
              </a:rPr>
              <a:t> </a:t>
            </a:r>
            <a:r>
              <a:rPr lang="en-US" sz="2400" dirty="0">
                <a:latin typeface="Cambria" pitchFamily="18" charset="0"/>
                <a:ea typeface="Cambria" pitchFamily="18" charset="0"/>
                <a:cs typeface="Caladea"/>
              </a:rPr>
              <a:t>the </a:t>
            </a:r>
            <a:r>
              <a:rPr sz="2400" spc="-5" dirty="0">
                <a:latin typeface="Cambria" pitchFamily="18" charset="0"/>
                <a:ea typeface="Cambria" pitchFamily="18" charset="0"/>
                <a:cs typeface="Caladea"/>
              </a:rPr>
              <a:t>process</a:t>
            </a:r>
            <a:endParaRPr sz="2400" dirty="0">
              <a:latin typeface="Cambria" pitchFamily="18" charset="0"/>
              <a:ea typeface="Cambria" pitchFamily="18" charset="0"/>
              <a:cs typeface="Caladea"/>
            </a:endParaRPr>
          </a:p>
          <a:p>
            <a:pPr marL="698500" lvl="1" indent="-229235">
              <a:lnSpc>
                <a:spcPct val="100000"/>
              </a:lnSpc>
              <a:spcBef>
                <a:spcPts val="215"/>
              </a:spcBef>
              <a:buFont typeface="Arial"/>
              <a:buChar char="•"/>
              <a:tabLst>
                <a:tab pos="699135" algn="l"/>
              </a:tabLst>
            </a:pPr>
            <a:r>
              <a:rPr sz="2400" spc="-5" dirty="0">
                <a:latin typeface="Cambria" pitchFamily="18" charset="0"/>
                <a:ea typeface="Cambria" pitchFamily="18" charset="0"/>
                <a:cs typeface="Caladea"/>
              </a:rPr>
              <a:t>end,</a:t>
            </a:r>
            <a:r>
              <a:rPr sz="2400" dirty="0">
                <a:latin typeface="Cambria" pitchFamily="18" charset="0"/>
                <a:ea typeface="Cambria" pitchFamily="18" charset="0"/>
                <a:cs typeface="Caladea"/>
              </a:rPr>
              <a:t> </a:t>
            </a:r>
            <a:r>
              <a:rPr sz="2400" spc="-5" dirty="0">
                <a:latin typeface="Cambria" pitchFamily="18" charset="0"/>
                <a:ea typeface="Cambria" pitchFamily="18" charset="0"/>
                <a:cs typeface="Caladea"/>
              </a:rPr>
              <a:t>abort</a:t>
            </a:r>
            <a:r>
              <a:rPr lang="en-US" sz="2400" spc="-5" dirty="0">
                <a:latin typeface="Cambria" pitchFamily="18" charset="0"/>
                <a:ea typeface="Cambria" pitchFamily="18" charset="0"/>
                <a:cs typeface="Caladea"/>
              </a:rPr>
              <a:t>--------to halt the process normally &amp; abnormally</a:t>
            </a:r>
            <a:endParaRPr sz="2400" dirty="0">
              <a:latin typeface="Cambria" pitchFamily="18" charset="0"/>
              <a:ea typeface="Cambria" pitchFamily="18" charset="0"/>
              <a:cs typeface="Caladea"/>
            </a:endParaRPr>
          </a:p>
          <a:p>
            <a:pPr marL="698500" lvl="1" indent="-229235">
              <a:lnSpc>
                <a:spcPct val="100000"/>
              </a:lnSpc>
              <a:spcBef>
                <a:spcPts val="215"/>
              </a:spcBef>
              <a:buFont typeface="Arial"/>
              <a:buChar char="•"/>
              <a:tabLst>
                <a:tab pos="699135" algn="l"/>
              </a:tabLst>
            </a:pPr>
            <a:r>
              <a:rPr sz="2400" spc="-10" dirty="0">
                <a:latin typeface="Cambria" pitchFamily="18" charset="0"/>
                <a:ea typeface="Cambria" pitchFamily="18" charset="0"/>
                <a:cs typeface="Caladea"/>
              </a:rPr>
              <a:t>load,</a:t>
            </a:r>
            <a:r>
              <a:rPr sz="2400" dirty="0">
                <a:latin typeface="Cambria" pitchFamily="18" charset="0"/>
                <a:ea typeface="Cambria" pitchFamily="18" charset="0"/>
                <a:cs typeface="Caladea"/>
              </a:rPr>
              <a:t> </a:t>
            </a:r>
            <a:r>
              <a:rPr sz="2400" spc="-20" dirty="0">
                <a:latin typeface="Cambria" pitchFamily="18" charset="0"/>
                <a:ea typeface="Cambria" pitchFamily="18" charset="0"/>
                <a:cs typeface="Caladea"/>
              </a:rPr>
              <a:t>execute</a:t>
            </a:r>
            <a:endParaRPr sz="2400" dirty="0">
              <a:latin typeface="Cambria" pitchFamily="18" charset="0"/>
              <a:ea typeface="Cambria" pitchFamily="18" charset="0"/>
              <a:cs typeface="Caladea"/>
            </a:endParaRPr>
          </a:p>
          <a:p>
            <a:pPr marL="698500" lvl="1" indent="-229235">
              <a:lnSpc>
                <a:spcPct val="100000"/>
              </a:lnSpc>
              <a:spcBef>
                <a:spcPts val="220"/>
              </a:spcBef>
              <a:buFont typeface="Arial"/>
              <a:buChar char="•"/>
              <a:tabLst>
                <a:tab pos="699135" algn="l"/>
              </a:tabLst>
            </a:pPr>
            <a:r>
              <a:rPr sz="2400" spc="-5" dirty="0">
                <a:latin typeface="Cambria" pitchFamily="18" charset="0"/>
                <a:ea typeface="Cambria" pitchFamily="18" charset="0"/>
                <a:cs typeface="Caladea"/>
              </a:rPr>
              <a:t>get process attributes, set process</a:t>
            </a:r>
            <a:r>
              <a:rPr sz="2400" spc="5" dirty="0">
                <a:latin typeface="Cambria" pitchFamily="18" charset="0"/>
                <a:ea typeface="Cambria" pitchFamily="18" charset="0"/>
                <a:cs typeface="Caladea"/>
              </a:rPr>
              <a:t> </a:t>
            </a:r>
            <a:r>
              <a:rPr sz="2400" spc="-5" dirty="0">
                <a:latin typeface="Cambria" pitchFamily="18" charset="0"/>
                <a:ea typeface="Cambria" pitchFamily="18" charset="0"/>
                <a:cs typeface="Caladea"/>
              </a:rPr>
              <a:t>attributes</a:t>
            </a:r>
            <a:endParaRPr sz="2400" dirty="0">
              <a:latin typeface="Cambria" pitchFamily="18" charset="0"/>
              <a:ea typeface="Cambria" pitchFamily="18" charset="0"/>
              <a:cs typeface="Caladea"/>
            </a:endParaRPr>
          </a:p>
          <a:p>
            <a:pPr marL="698500" lvl="1" indent="-229235">
              <a:lnSpc>
                <a:spcPct val="100000"/>
              </a:lnSpc>
              <a:spcBef>
                <a:spcPts val="195"/>
              </a:spcBef>
              <a:buFont typeface="Arial"/>
              <a:buChar char="•"/>
              <a:tabLst>
                <a:tab pos="699135" algn="l"/>
              </a:tabLst>
            </a:pPr>
            <a:r>
              <a:rPr sz="2400" spc="-20" dirty="0">
                <a:latin typeface="Cambria" pitchFamily="18" charset="0"/>
                <a:ea typeface="Cambria" pitchFamily="18" charset="0"/>
                <a:cs typeface="Caladea"/>
              </a:rPr>
              <a:t>wait </a:t>
            </a:r>
            <a:r>
              <a:rPr sz="2400" spc="-10" dirty="0">
                <a:latin typeface="Cambria" pitchFamily="18" charset="0"/>
                <a:ea typeface="Cambria" pitchFamily="18" charset="0"/>
                <a:cs typeface="Caladea"/>
              </a:rPr>
              <a:t>for</a:t>
            </a:r>
            <a:r>
              <a:rPr sz="2400" spc="-5" dirty="0">
                <a:latin typeface="Cambria" pitchFamily="18" charset="0"/>
                <a:ea typeface="Cambria" pitchFamily="18" charset="0"/>
                <a:cs typeface="Caladea"/>
              </a:rPr>
              <a:t> time</a:t>
            </a:r>
            <a:endParaRPr sz="2400" dirty="0">
              <a:latin typeface="Cambria" pitchFamily="18" charset="0"/>
              <a:ea typeface="Cambria" pitchFamily="18" charset="0"/>
              <a:cs typeface="Caladea"/>
            </a:endParaRPr>
          </a:p>
          <a:p>
            <a:pPr marL="698500" lvl="1" indent="-229235">
              <a:lnSpc>
                <a:spcPct val="100000"/>
              </a:lnSpc>
              <a:spcBef>
                <a:spcPts val="215"/>
              </a:spcBef>
              <a:buFont typeface="Arial"/>
              <a:buChar char="•"/>
              <a:tabLst>
                <a:tab pos="699135" algn="l"/>
              </a:tabLst>
            </a:pPr>
            <a:r>
              <a:rPr sz="2400" spc="-15" dirty="0">
                <a:latin typeface="Cambria" pitchFamily="18" charset="0"/>
                <a:ea typeface="Cambria" pitchFamily="18" charset="0"/>
                <a:cs typeface="Caladea"/>
              </a:rPr>
              <a:t>wait </a:t>
            </a:r>
            <a:r>
              <a:rPr sz="2400" spc="-10" dirty="0">
                <a:latin typeface="Cambria" pitchFamily="18" charset="0"/>
                <a:ea typeface="Cambria" pitchFamily="18" charset="0"/>
                <a:cs typeface="Caladea"/>
              </a:rPr>
              <a:t>event, </a:t>
            </a:r>
            <a:r>
              <a:rPr sz="2400" dirty="0">
                <a:latin typeface="Cambria" pitchFamily="18" charset="0"/>
                <a:ea typeface="Cambria" pitchFamily="18" charset="0"/>
                <a:cs typeface="Caladea"/>
              </a:rPr>
              <a:t>signal</a:t>
            </a:r>
            <a:r>
              <a:rPr sz="2400" spc="20" dirty="0">
                <a:latin typeface="Cambria" pitchFamily="18" charset="0"/>
                <a:ea typeface="Cambria" pitchFamily="18" charset="0"/>
                <a:cs typeface="Caladea"/>
              </a:rPr>
              <a:t> </a:t>
            </a:r>
            <a:r>
              <a:rPr sz="2400" spc="-20" dirty="0">
                <a:latin typeface="Cambria" pitchFamily="18" charset="0"/>
                <a:ea typeface="Cambria" pitchFamily="18" charset="0"/>
                <a:cs typeface="Caladea"/>
              </a:rPr>
              <a:t>event</a:t>
            </a:r>
            <a:endParaRPr sz="2400" dirty="0">
              <a:latin typeface="Cambria" pitchFamily="18" charset="0"/>
              <a:ea typeface="Cambria" pitchFamily="18" charset="0"/>
              <a:cs typeface="Caladea"/>
            </a:endParaRPr>
          </a:p>
          <a:p>
            <a:pPr marL="698500" lvl="1" indent="-229235">
              <a:lnSpc>
                <a:spcPct val="100000"/>
              </a:lnSpc>
              <a:spcBef>
                <a:spcPts val="215"/>
              </a:spcBef>
              <a:buFont typeface="Arial"/>
              <a:buChar char="•"/>
              <a:tabLst>
                <a:tab pos="699135" algn="l"/>
              </a:tabLst>
            </a:pPr>
            <a:r>
              <a:rPr sz="2400" spc="-10" dirty="0">
                <a:latin typeface="Cambria" pitchFamily="18" charset="0"/>
                <a:ea typeface="Cambria" pitchFamily="18" charset="0"/>
                <a:cs typeface="Caladea"/>
              </a:rPr>
              <a:t>allocate </a:t>
            </a:r>
            <a:r>
              <a:rPr sz="2400" dirty="0">
                <a:latin typeface="Cambria" pitchFamily="18" charset="0"/>
                <a:ea typeface="Cambria" pitchFamily="18" charset="0"/>
                <a:cs typeface="Caladea"/>
              </a:rPr>
              <a:t>and </a:t>
            </a:r>
            <a:r>
              <a:rPr sz="2400" spc="-15" dirty="0">
                <a:latin typeface="Cambria" pitchFamily="18" charset="0"/>
                <a:ea typeface="Cambria" pitchFamily="18" charset="0"/>
                <a:cs typeface="Caladea"/>
              </a:rPr>
              <a:t>free</a:t>
            </a:r>
            <a:r>
              <a:rPr sz="2400" spc="-10" dirty="0">
                <a:latin typeface="Cambria" pitchFamily="18" charset="0"/>
                <a:ea typeface="Cambria" pitchFamily="18" charset="0"/>
                <a:cs typeface="Caladea"/>
              </a:rPr>
              <a:t> </a:t>
            </a:r>
            <a:r>
              <a:rPr sz="2400" spc="-5" dirty="0">
                <a:latin typeface="Cambria" pitchFamily="18" charset="0"/>
                <a:ea typeface="Cambria" pitchFamily="18" charset="0"/>
                <a:cs typeface="Caladea"/>
              </a:rPr>
              <a:t>memory</a:t>
            </a:r>
            <a:endParaRPr sz="2400" dirty="0">
              <a:latin typeface="Cambria" pitchFamily="18" charset="0"/>
              <a:ea typeface="Cambria" pitchFamily="18" charset="0"/>
              <a:cs typeface="Caladea"/>
            </a:endParaRPr>
          </a:p>
          <a:p>
            <a:pPr marL="698500" lvl="1" indent="-229235">
              <a:lnSpc>
                <a:spcPct val="100000"/>
              </a:lnSpc>
              <a:spcBef>
                <a:spcPts val="220"/>
              </a:spcBef>
              <a:buFont typeface="Arial"/>
              <a:buChar char="•"/>
              <a:tabLst>
                <a:tab pos="699135" algn="l"/>
              </a:tabLst>
            </a:pPr>
            <a:r>
              <a:rPr sz="2400" spc="-5" dirty="0">
                <a:latin typeface="Cambria" pitchFamily="18" charset="0"/>
                <a:ea typeface="Cambria" pitchFamily="18" charset="0"/>
                <a:cs typeface="Caladea"/>
              </a:rPr>
              <a:t>Dump </a:t>
            </a:r>
            <a:r>
              <a:rPr sz="2400" spc="-10" dirty="0">
                <a:latin typeface="Cambria" pitchFamily="18" charset="0"/>
                <a:ea typeface="Cambria" pitchFamily="18" charset="0"/>
                <a:cs typeface="Caladea"/>
              </a:rPr>
              <a:t>memory </a:t>
            </a:r>
            <a:r>
              <a:rPr sz="2400" spc="-5" dirty="0">
                <a:latin typeface="Cambria" pitchFamily="18" charset="0"/>
                <a:ea typeface="Cambria" pitchFamily="18" charset="0"/>
                <a:cs typeface="Caladea"/>
              </a:rPr>
              <a:t>if</a:t>
            </a:r>
            <a:r>
              <a:rPr sz="2400" spc="10" dirty="0">
                <a:latin typeface="Cambria" pitchFamily="18" charset="0"/>
                <a:ea typeface="Cambria" pitchFamily="18" charset="0"/>
                <a:cs typeface="Caladea"/>
              </a:rPr>
              <a:t> </a:t>
            </a:r>
            <a:r>
              <a:rPr sz="2400" spc="-10" dirty="0">
                <a:latin typeface="Cambria" pitchFamily="18" charset="0"/>
                <a:ea typeface="Cambria" pitchFamily="18" charset="0"/>
                <a:cs typeface="Caladea"/>
              </a:rPr>
              <a:t>error</a:t>
            </a:r>
            <a:endParaRPr sz="2400" dirty="0">
              <a:latin typeface="Cambria" pitchFamily="18" charset="0"/>
              <a:ea typeface="Cambria" pitchFamily="18" charset="0"/>
              <a:cs typeface="Caladea"/>
            </a:endParaRPr>
          </a:p>
          <a:p>
            <a:pPr marL="698500" lvl="1" indent="-229235">
              <a:lnSpc>
                <a:spcPct val="100000"/>
              </a:lnSpc>
              <a:spcBef>
                <a:spcPts val="220"/>
              </a:spcBef>
              <a:buFont typeface="Arial"/>
              <a:buChar char="•"/>
              <a:tabLst>
                <a:tab pos="699135" algn="l"/>
              </a:tabLst>
            </a:pPr>
            <a:r>
              <a:rPr sz="2400" b="1" spc="-5" dirty="0">
                <a:solidFill>
                  <a:srgbClr val="3366FF"/>
                </a:solidFill>
                <a:latin typeface="Cambria" pitchFamily="18" charset="0"/>
                <a:ea typeface="Cambria" pitchFamily="18" charset="0"/>
                <a:cs typeface="Caladea"/>
              </a:rPr>
              <a:t>Debugger </a:t>
            </a:r>
            <a:r>
              <a:rPr sz="2400" spc="-15" dirty="0">
                <a:latin typeface="Cambria" pitchFamily="18" charset="0"/>
                <a:ea typeface="Cambria" pitchFamily="18" charset="0"/>
                <a:cs typeface="Caladea"/>
              </a:rPr>
              <a:t>for </a:t>
            </a:r>
            <a:r>
              <a:rPr sz="2400" spc="-5" dirty="0">
                <a:latin typeface="Cambria" pitchFamily="18" charset="0"/>
                <a:ea typeface="Cambria" pitchFamily="18" charset="0"/>
                <a:cs typeface="Caladea"/>
              </a:rPr>
              <a:t>determining </a:t>
            </a:r>
            <a:r>
              <a:rPr sz="2400" b="1" spc="-5" dirty="0">
                <a:solidFill>
                  <a:srgbClr val="3366FF"/>
                </a:solidFill>
                <a:latin typeface="Cambria" pitchFamily="18" charset="0"/>
                <a:ea typeface="Cambria" pitchFamily="18" charset="0"/>
                <a:cs typeface="Caladea"/>
              </a:rPr>
              <a:t>bugs, </a:t>
            </a:r>
            <a:r>
              <a:rPr sz="2400" b="1" spc="-10" dirty="0">
                <a:solidFill>
                  <a:srgbClr val="3366FF"/>
                </a:solidFill>
                <a:latin typeface="Cambria" pitchFamily="18" charset="0"/>
                <a:ea typeface="Cambria" pitchFamily="18" charset="0"/>
                <a:cs typeface="Caladea"/>
              </a:rPr>
              <a:t>single </a:t>
            </a:r>
            <a:r>
              <a:rPr sz="2400" b="1" spc="-5" dirty="0">
                <a:solidFill>
                  <a:srgbClr val="3366FF"/>
                </a:solidFill>
                <a:latin typeface="Cambria" pitchFamily="18" charset="0"/>
                <a:ea typeface="Cambria" pitchFamily="18" charset="0"/>
                <a:cs typeface="Caladea"/>
              </a:rPr>
              <a:t>step</a:t>
            </a:r>
            <a:r>
              <a:rPr sz="2400" b="1" spc="35" dirty="0">
                <a:solidFill>
                  <a:srgbClr val="3366FF"/>
                </a:solidFill>
                <a:latin typeface="Cambria" pitchFamily="18" charset="0"/>
                <a:ea typeface="Cambria" pitchFamily="18" charset="0"/>
                <a:cs typeface="Caladea"/>
              </a:rPr>
              <a:t> </a:t>
            </a:r>
            <a:r>
              <a:rPr sz="2400" spc="-10" dirty="0">
                <a:latin typeface="Cambria" pitchFamily="18" charset="0"/>
                <a:ea typeface="Cambria" pitchFamily="18" charset="0"/>
                <a:cs typeface="Caladea"/>
              </a:rPr>
              <a:t>execution</a:t>
            </a:r>
            <a:endParaRPr sz="2400" dirty="0">
              <a:latin typeface="Cambria" pitchFamily="18" charset="0"/>
              <a:ea typeface="Cambria" pitchFamily="18" charset="0"/>
              <a:cs typeface="Caladea"/>
            </a:endParaRPr>
          </a:p>
          <a:p>
            <a:pPr marL="698500" lvl="1" indent="-229235">
              <a:lnSpc>
                <a:spcPts val="2735"/>
              </a:lnSpc>
              <a:spcBef>
                <a:spcPts val="215"/>
              </a:spcBef>
              <a:buFont typeface="Arial"/>
              <a:buChar char="•"/>
              <a:tabLst>
                <a:tab pos="699135" algn="l"/>
              </a:tabLst>
            </a:pPr>
            <a:r>
              <a:rPr sz="2400" b="1" spc="-5" dirty="0">
                <a:solidFill>
                  <a:srgbClr val="3366FF"/>
                </a:solidFill>
                <a:latin typeface="Cambria" pitchFamily="18" charset="0"/>
                <a:ea typeface="Cambria" pitchFamily="18" charset="0"/>
                <a:cs typeface="Caladea"/>
              </a:rPr>
              <a:t>Locks </a:t>
            </a:r>
            <a:r>
              <a:rPr sz="2400" spc="-15" dirty="0">
                <a:latin typeface="Cambria" pitchFamily="18" charset="0"/>
                <a:ea typeface="Cambria" pitchFamily="18" charset="0"/>
                <a:cs typeface="Caladea"/>
              </a:rPr>
              <a:t>for </a:t>
            </a:r>
            <a:r>
              <a:rPr sz="2400" spc="-5" dirty="0">
                <a:latin typeface="Cambria" pitchFamily="18" charset="0"/>
                <a:ea typeface="Cambria" pitchFamily="18" charset="0"/>
                <a:cs typeface="Caladea"/>
              </a:rPr>
              <a:t>managing access </a:t>
            </a:r>
            <a:r>
              <a:rPr sz="2400" spc="-15" dirty="0">
                <a:latin typeface="Cambria" pitchFamily="18" charset="0"/>
                <a:ea typeface="Cambria" pitchFamily="18" charset="0"/>
                <a:cs typeface="Caladea"/>
              </a:rPr>
              <a:t>to </a:t>
            </a:r>
            <a:r>
              <a:rPr sz="2400" spc="-10" dirty="0">
                <a:latin typeface="Cambria" pitchFamily="18" charset="0"/>
                <a:ea typeface="Cambria" pitchFamily="18" charset="0"/>
                <a:cs typeface="Caladea"/>
              </a:rPr>
              <a:t>shared </a:t>
            </a:r>
            <a:r>
              <a:rPr sz="2400" spc="-5">
                <a:latin typeface="Cambria" pitchFamily="18" charset="0"/>
                <a:ea typeface="Cambria" pitchFamily="18" charset="0"/>
                <a:cs typeface="Caladea"/>
              </a:rPr>
              <a:t>data</a:t>
            </a:r>
            <a:r>
              <a:rPr sz="2400" spc="55">
                <a:latin typeface="Cambria" pitchFamily="18" charset="0"/>
                <a:ea typeface="Cambria" pitchFamily="18" charset="0"/>
                <a:cs typeface="Caladea"/>
              </a:rPr>
              <a:t> </a:t>
            </a:r>
            <a:r>
              <a:rPr sz="2400" spc="-5" smtClean="0">
                <a:latin typeface="Cambria" pitchFamily="18" charset="0"/>
                <a:ea typeface="Cambria" pitchFamily="18" charset="0"/>
                <a:cs typeface="Caladea"/>
              </a:rPr>
              <a:t>between</a:t>
            </a:r>
            <a:r>
              <a:rPr lang="en-IN" sz="2400" spc="-5" dirty="0" smtClean="0">
                <a:latin typeface="Cambria" pitchFamily="18" charset="0"/>
                <a:ea typeface="Cambria" pitchFamily="18" charset="0"/>
                <a:cs typeface="Caladea"/>
              </a:rPr>
              <a:t> </a:t>
            </a:r>
            <a:r>
              <a:rPr sz="2400" spc="-5" smtClean="0">
                <a:latin typeface="Cambria" pitchFamily="18" charset="0"/>
                <a:ea typeface="Cambria" pitchFamily="18" charset="0"/>
                <a:cs typeface="Caladea"/>
              </a:rPr>
              <a:t>processes</a:t>
            </a:r>
            <a:endParaRPr sz="2400" dirty="0">
              <a:latin typeface="Cambria" pitchFamily="18" charset="0"/>
              <a:ea typeface="Cambria" pitchFamily="18" charset="0"/>
              <a:cs typeface="Calad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714903" y="89738"/>
            <a:ext cx="9240605" cy="695325"/>
          </a:xfrm>
          <a:prstGeom prst="rect">
            <a:avLst/>
          </a:prstGeom>
        </p:spPr>
        <p:txBody>
          <a:bodyPr vert="horz" wrap="square" lIns="0" tIns="12065" rIns="0" bIns="0" rtlCol="0">
            <a:spAutoFit/>
          </a:bodyPr>
          <a:lstStyle/>
          <a:p>
            <a:pPr marL="12700">
              <a:lnSpc>
                <a:spcPct val="100000"/>
              </a:lnSpc>
              <a:spcBef>
                <a:spcPts val="95"/>
              </a:spcBef>
            </a:pPr>
            <a:r>
              <a:rPr sz="4400" spc="-30" dirty="0">
                <a:latin typeface="Cambria" pitchFamily="18" charset="0"/>
                <a:ea typeface="Cambria" pitchFamily="18" charset="0"/>
                <a:cs typeface="Caladea"/>
              </a:rPr>
              <a:t>Types </a:t>
            </a:r>
            <a:r>
              <a:rPr sz="4400" spc="-5" dirty="0">
                <a:latin typeface="Cambria" pitchFamily="18" charset="0"/>
                <a:ea typeface="Cambria" pitchFamily="18" charset="0"/>
                <a:cs typeface="Caladea"/>
              </a:rPr>
              <a:t>of </a:t>
            </a:r>
            <a:r>
              <a:rPr sz="4400" spc="-35" dirty="0">
                <a:latin typeface="Cambria" pitchFamily="18" charset="0"/>
                <a:ea typeface="Cambria" pitchFamily="18" charset="0"/>
                <a:cs typeface="Caladea"/>
              </a:rPr>
              <a:t>System</a:t>
            </a:r>
            <a:r>
              <a:rPr sz="4400" spc="50" dirty="0">
                <a:latin typeface="Cambria" pitchFamily="18" charset="0"/>
                <a:ea typeface="Cambria" pitchFamily="18" charset="0"/>
                <a:cs typeface="Caladea"/>
              </a:rPr>
              <a:t> </a:t>
            </a:r>
            <a:r>
              <a:rPr sz="4400" spc="-5" dirty="0">
                <a:latin typeface="Cambria" pitchFamily="18" charset="0"/>
                <a:ea typeface="Cambria" pitchFamily="18" charset="0"/>
                <a:cs typeface="Caladea"/>
              </a:rPr>
              <a:t>Calls</a:t>
            </a:r>
            <a:endParaRPr sz="4400" dirty="0">
              <a:latin typeface="Cambria" pitchFamily="18" charset="0"/>
              <a:ea typeface="Cambria" pitchFamily="18" charset="0"/>
              <a:cs typeface="Caladea"/>
            </a:endParaRPr>
          </a:p>
        </p:txBody>
      </p:sp>
      <p:sp>
        <p:nvSpPr>
          <p:cNvPr id="3" name="object 3"/>
          <p:cNvSpPr txBox="1"/>
          <p:nvPr/>
        </p:nvSpPr>
        <p:spPr>
          <a:xfrm>
            <a:off x="943272" y="914411"/>
            <a:ext cx="9795404" cy="4145279"/>
          </a:xfrm>
          <a:prstGeom prst="rect">
            <a:avLst/>
          </a:prstGeom>
          <a:ln>
            <a:solidFill>
              <a:schemeClr val="accent1"/>
            </a:solidFill>
          </a:ln>
        </p:spPr>
        <p:txBody>
          <a:bodyPr vert="horz" wrap="square" lIns="0" tIns="47625" rIns="0" bIns="0" rtlCol="0">
            <a:spAutoFit/>
          </a:bodyPr>
          <a:lstStyle/>
          <a:p>
            <a:pPr marL="241300" indent="-229235">
              <a:lnSpc>
                <a:spcPct val="100000"/>
              </a:lnSpc>
              <a:spcBef>
                <a:spcPts val="375"/>
              </a:spcBef>
              <a:buFont typeface="Arial"/>
              <a:buChar char="•"/>
              <a:tabLst>
                <a:tab pos="241935" algn="l"/>
              </a:tabLst>
            </a:pPr>
            <a:r>
              <a:rPr sz="2800" spc="5" dirty="0">
                <a:latin typeface="Cambria" pitchFamily="18" charset="0"/>
                <a:ea typeface="Cambria" pitchFamily="18" charset="0"/>
                <a:cs typeface="Caladea"/>
              </a:rPr>
              <a:t>File</a:t>
            </a:r>
            <a:r>
              <a:rPr sz="2800" spc="-45" dirty="0">
                <a:latin typeface="Cambria" pitchFamily="18" charset="0"/>
                <a:ea typeface="Cambria" pitchFamily="18" charset="0"/>
                <a:cs typeface="Caladea"/>
              </a:rPr>
              <a:t> </a:t>
            </a:r>
            <a:r>
              <a:rPr sz="2800" spc="-5" dirty="0">
                <a:latin typeface="Cambria" pitchFamily="18" charset="0"/>
                <a:ea typeface="Cambria" pitchFamily="18" charset="0"/>
                <a:cs typeface="Caladea"/>
              </a:rPr>
              <a:t>management</a:t>
            </a:r>
            <a:endParaRPr sz="2800" dirty="0">
              <a:latin typeface="Cambria" pitchFamily="18" charset="0"/>
              <a:ea typeface="Cambria" pitchFamily="18" charset="0"/>
              <a:cs typeface="Caladea"/>
            </a:endParaRPr>
          </a:p>
          <a:p>
            <a:pPr marL="698500" lvl="1" indent="-229235">
              <a:lnSpc>
                <a:spcPct val="100000"/>
              </a:lnSpc>
              <a:spcBef>
                <a:spcPts val="229"/>
              </a:spcBef>
              <a:buFont typeface="Arial"/>
              <a:buChar char="•"/>
              <a:tabLst>
                <a:tab pos="699135" algn="l"/>
              </a:tabLst>
            </a:pPr>
            <a:r>
              <a:rPr sz="2400" spc="-10" dirty="0">
                <a:latin typeface="Cambria" pitchFamily="18" charset="0"/>
                <a:ea typeface="Cambria" pitchFamily="18" charset="0"/>
                <a:cs typeface="Caladea"/>
              </a:rPr>
              <a:t>create </a:t>
            </a:r>
            <a:r>
              <a:rPr sz="2400" dirty="0">
                <a:latin typeface="Cambria" pitchFamily="18" charset="0"/>
                <a:ea typeface="Cambria" pitchFamily="18" charset="0"/>
                <a:cs typeface="Caladea"/>
              </a:rPr>
              <a:t>file, </a:t>
            </a:r>
            <a:r>
              <a:rPr sz="2400" spc="-5" dirty="0">
                <a:latin typeface="Cambria" pitchFamily="18" charset="0"/>
                <a:ea typeface="Cambria" pitchFamily="18" charset="0"/>
                <a:cs typeface="Caladea"/>
              </a:rPr>
              <a:t>delete</a:t>
            </a:r>
            <a:r>
              <a:rPr sz="2400" spc="-15" dirty="0">
                <a:latin typeface="Cambria" pitchFamily="18" charset="0"/>
                <a:ea typeface="Cambria" pitchFamily="18" charset="0"/>
                <a:cs typeface="Caladea"/>
              </a:rPr>
              <a:t> </a:t>
            </a:r>
            <a:r>
              <a:rPr sz="2400" dirty="0">
                <a:latin typeface="Cambria" pitchFamily="18" charset="0"/>
                <a:ea typeface="Cambria" pitchFamily="18" charset="0"/>
                <a:cs typeface="Caladea"/>
              </a:rPr>
              <a:t>file</a:t>
            </a:r>
          </a:p>
          <a:p>
            <a:pPr marL="698500" lvl="1" indent="-229235">
              <a:lnSpc>
                <a:spcPct val="100000"/>
              </a:lnSpc>
              <a:spcBef>
                <a:spcPts val="219"/>
              </a:spcBef>
              <a:buFont typeface="Arial"/>
              <a:buChar char="•"/>
              <a:tabLst>
                <a:tab pos="699135" algn="l"/>
              </a:tabLst>
            </a:pPr>
            <a:r>
              <a:rPr sz="2400" dirty="0">
                <a:latin typeface="Cambria" pitchFamily="18" charset="0"/>
                <a:ea typeface="Cambria" pitchFamily="18" charset="0"/>
                <a:cs typeface="Caladea"/>
              </a:rPr>
              <a:t>open, </a:t>
            </a:r>
            <a:r>
              <a:rPr sz="2400" spc="-5" dirty="0">
                <a:latin typeface="Cambria" pitchFamily="18" charset="0"/>
                <a:ea typeface="Cambria" pitchFamily="18" charset="0"/>
                <a:cs typeface="Caladea"/>
              </a:rPr>
              <a:t>close</a:t>
            </a:r>
            <a:r>
              <a:rPr sz="2400" spc="-15" dirty="0">
                <a:latin typeface="Cambria" pitchFamily="18" charset="0"/>
                <a:ea typeface="Cambria" pitchFamily="18" charset="0"/>
                <a:cs typeface="Caladea"/>
              </a:rPr>
              <a:t> </a:t>
            </a:r>
            <a:r>
              <a:rPr sz="2400" spc="-5" dirty="0">
                <a:latin typeface="Cambria" pitchFamily="18" charset="0"/>
                <a:ea typeface="Cambria" pitchFamily="18" charset="0"/>
                <a:cs typeface="Caladea"/>
              </a:rPr>
              <a:t>file</a:t>
            </a:r>
            <a:endParaRPr sz="2400" dirty="0">
              <a:latin typeface="Cambria" pitchFamily="18" charset="0"/>
              <a:ea typeface="Cambria" pitchFamily="18" charset="0"/>
              <a:cs typeface="Caladea"/>
            </a:endParaRPr>
          </a:p>
          <a:p>
            <a:pPr marL="698500" lvl="1" indent="-229235">
              <a:lnSpc>
                <a:spcPct val="100000"/>
              </a:lnSpc>
              <a:spcBef>
                <a:spcPts val="215"/>
              </a:spcBef>
              <a:buFont typeface="Arial"/>
              <a:buChar char="•"/>
              <a:tabLst>
                <a:tab pos="699135" algn="l"/>
              </a:tabLst>
            </a:pPr>
            <a:r>
              <a:rPr sz="2400" spc="-10" dirty="0">
                <a:latin typeface="Cambria" pitchFamily="18" charset="0"/>
                <a:ea typeface="Cambria" pitchFamily="18" charset="0"/>
                <a:cs typeface="Caladea"/>
              </a:rPr>
              <a:t>read, write,</a:t>
            </a:r>
            <a:r>
              <a:rPr sz="2400" dirty="0">
                <a:latin typeface="Cambria" pitchFamily="18" charset="0"/>
                <a:ea typeface="Cambria" pitchFamily="18" charset="0"/>
                <a:cs typeface="Caladea"/>
              </a:rPr>
              <a:t> </a:t>
            </a:r>
            <a:r>
              <a:rPr sz="2400" spc="-5" dirty="0">
                <a:latin typeface="Cambria" pitchFamily="18" charset="0"/>
                <a:ea typeface="Cambria" pitchFamily="18" charset="0"/>
                <a:cs typeface="Caladea"/>
              </a:rPr>
              <a:t>reposition</a:t>
            </a:r>
            <a:endParaRPr sz="2400" dirty="0">
              <a:latin typeface="Cambria" pitchFamily="18" charset="0"/>
              <a:ea typeface="Cambria" pitchFamily="18" charset="0"/>
              <a:cs typeface="Caladea"/>
            </a:endParaRPr>
          </a:p>
          <a:p>
            <a:pPr marL="698500" lvl="1" indent="-229235">
              <a:lnSpc>
                <a:spcPct val="100000"/>
              </a:lnSpc>
              <a:spcBef>
                <a:spcPts val="215"/>
              </a:spcBef>
              <a:buFont typeface="Arial"/>
              <a:buChar char="•"/>
              <a:tabLst>
                <a:tab pos="699135" algn="l"/>
              </a:tabLst>
            </a:pPr>
            <a:r>
              <a:rPr sz="2400" spc="-5" dirty="0">
                <a:latin typeface="Cambria" pitchFamily="18" charset="0"/>
                <a:ea typeface="Cambria" pitchFamily="18" charset="0"/>
                <a:cs typeface="Caladea"/>
              </a:rPr>
              <a:t>get and </a:t>
            </a:r>
            <a:r>
              <a:rPr sz="2400" dirty="0">
                <a:latin typeface="Cambria" pitchFamily="18" charset="0"/>
                <a:ea typeface="Cambria" pitchFamily="18" charset="0"/>
                <a:cs typeface="Caladea"/>
              </a:rPr>
              <a:t>set file</a:t>
            </a:r>
            <a:r>
              <a:rPr sz="2400" spc="-5" dirty="0">
                <a:latin typeface="Cambria" pitchFamily="18" charset="0"/>
                <a:ea typeface="Cambria" pitchFamily="18" charset="0"/>
                <a:cs typeface="Caladea"/>
              </a:rPr>
              <a:t> attributes</a:t>
            </a:r>
            <a:endParaRPr sz="2400" dirty="0">
              <a:latin typeface="Cambria" pitchFamily="18" charset="0"/>
              <a:ea typeface="Cambria" pitchFamily="18" charset="0"/>
              <a:cs typeface="Caladea"/>
            </a:endParaRPr>
          </a:p>
          <a:p>
            <a:pPr marL="241300" indent="-229235">
              <a:lnSpc>
                <a:spcPct val="100000"/>
              </a:lnSpc>
              <a:spcBef>
                <a:spcPts val="635"/>
              </a:spcBef>
              <a:buFont typeface="Arial"/>
              <a:buChar char="•"/>
              <a:tabLst>
                <a:tab pos="241935" algn="l"/>
              </a:tabLst>
            </a:pPr>
            <a:r>
              <a:rPr sz="2800" spc="-5" dirty="0">
                <a:latin typeface="Cambria" pitchFamily="18" charset="0"/>
                <a:ea typeface="Cambria" pitchFamily="18" charset="0"/>
                <a:cs typeface="Caladea"/>
              </a:rPr>
              <a:t>Device</a:t>
            </a:r>
            <a:r>
              <a:rPr sz="2800" spc="-50" dirty="0">
                <a:latin typeface="Cambria" pitchFamily="18" charset="0"/>
                <a:ea typeface="Cambria" pitchFamily="18" charset="0"/>
                <a:cs typeface="Caladea"/>
              </a:rPr>
              <a:t> </a:t>
            </a:r>
            <a:r>
              <a:rPr sz="2800" spc="-5" dirty="0">
                <a:latin typeface="Cambria" pitchFamily="18" charset="0"/>
                <a:ea typeface="Cambria" pitchFamily="18" charset="0"/>
                <a:cs typeface="Caladea"/>
              </a:rPr>
              <a:t>management</a:t>
            </a:r>
            <a:endParaRPr sz="2800" dirty="0">
              <a:latin typeface="Cambria" pitchFamily="18" charset="0"/>
              <a:ea typeface="Cambria" pitchFamily="18" charset="0"/>
              <a:cs typeface="Caladea"/>
            </a:endParaRPr>
          </a:p>
          <a:p>
            <a:pPr marL="698500" lvl="1" indent="-229235">
              <a:lnSpc>
                <a:spcPct val="100000"/>
              </a:lnSpc>
              <a:spcBef>
                <a:spcPts val="235"/>
              </a:spcBef>
              <a:buFont typeface="Arial"/>
              <a:buChar char="•"/>
              <a:tabLst>
                <a:tab pos="699135" algn="l"/>
              </a:tabLst>
            </a:pPr>
            <a:r>
              <a:rPr sz="2400" spc="-10" dirty="0">
                <a:latin typeface="Cambria" pitchFamily="18" charset="0"/>
                <a:ea typeface="Cambria" pitchFamily="18" charset="0"/>
                <a:cs typeface="Caladea"/>
              </a:rPr>
              <a:t>request device, </a:t>
            </a:r>
            <a:r>
              <a:rPr sz="2400" spc="-5" dirty="0">
                <a:latin typeface="Cambria" pitchFamily="18" charset="0"/>
                <a:ea typeface="Cambria" pitchFamily="18" charset="0"/>
                <a:cs typeface="Caladea"/>
              </a:rPr>
              <a:t>release</a:t>
            </a:r>
            <a:r>
              <a:rPr sz="2400" spc="5" dirty="0">
                <a:latin typeface="Cambria" pitchFamily="18" charset="0"/>
                <a:ea typeface="Cambria" pitchFamily="18" charset="0"/>
                <a:cs typeface="Caladea"/>
              </a:rPr>
              <a:t> </a:t>
            </a:r>
            <a:r>
              <a:rPr sz="2400" spc="-10" dirty="0">
                <a:latin typeface="Cambria" pitchFamily="18" charset="0"/>
                <a:ea typeface="Cambria" pitchFamily="18" charset="0"/>
                <a:cs typeface="Caladea"/>
              </a:rPr>
              <a:t>device</a:t>
            </a:r>
            <a:endParaRPr sz="2400" dirty="0">
              <a:latin typeface="Cambria" pitchFamily="18" charset="0"/>
              <a:ea typeface="Cambria" pitchFamily="18" charset="0"/>
              <a:cs typeface="Caladea"/>
            </a:endParaRPr>
          </a:p>
          <a:p>
            <a:pPr marL="698500" lvl="1" indent="-229235">
              <a:lnSpc>
                <a:spcPct val="100000"/>
              </a:lnSpc>
              <a:spcBef>
                <a:spcPts val="215"/>
              </a:spcBef>
              <a:buFont typeface="Arial"/>
              <a:buChar char="•"/>
              <a:tabLst>
                <a:tab pos="699135" algn="l"/>
              </a:tabLst>
            </a:pPr>
            <a:r>
              <a:rPr sz="2400" spc="-10" dirty="0">
                <a:latin typeface="Cambria" pitchFamily="18" charset="0"/>
                <a:ea typeface="Cambria" pitchFamily="18" charset="0"/>
                <a:cs typeface="Caladea"/>
              </a:rPr>
              <a:t>read, write,</a:t>
            </a:r>
            <a:r>
              <a:rPr sz="2400" dirty="0">
                <a:latin typeface="Cambria" pitchFamily="18" charset="0"/>
                <a:ea typeface="Cambria" pitchFamily="18" charset="0"/>
                <a:cs typeface="Caladea"/>
              </a:rPr>
              <a:t> </a:t>
            </a:r>
            <a:r>
              <a:rPr sz="2400" spc="-5" dirty="0">
                <a:latin typeface="Cambria" pitchFamily="18" charset="0"/>
                <a:ea typeface="Cambria" pitchFamily="18" charset="0"/>
                <a:cs typeface="Caladea"/>
              </a:rPr>
              <a:t>reposition</a:t>
            </a:r>
            <a:endParaRPr sz="2400" dirty="0">
              <a:latin typeface="Cambria" pitchFamily="18" charset="0"/>
              <a:ea typeface="Cambria" pitchFamily="18" charset="0"/>
              <a:cs typeface="Caladea"/>
            </a:endParaRPr>
          </a:p>
          <a:p>
            <a:pPr marL="698500" lvl="1" indent="-229235">
              <a:lnSpc>
                <a:spcPct val="100000"/>
              </a:lnSpc>
              <a:spcBef>
                <a:spcPts val="220"/>
              </a:spcBef>
              <a:buFont typeface="Arial"/>
              <a:buChar char="•"/>
              <a:tabLst>
                <a:tab pos="699135" algn="l"/>
              </a:tabLst>
            </a:pPr>
            <a:r>
              <a:rPr sz="2400" spc="-5" dirty="0">
                <a:latin typeface="Cambria" pitchFamily="18" charset="0"/>
                <a:ea typeface="Cambria" pitchFamily="18" charset="0"/>
                <a:cs typeface="Caladea"/>
              </a:rPr>
              <a:t>get </a:t>
            </a:r>
            <a:r>
              <a:rPr sz="2400" spc="-10" dirty="0">
                <a:latin typeface="Cambria" pitchFamily="18" charset="0"/>
                <a:ea typeface="Cambria" pitchFamily="18" charset="0"/>
                <a:cs typeface="Caladea"/>
              </a:rPr>
              <a:t>device </a:t>
            </a:r>
            <a:r>
              <a:rPr sz="2400" spc="-5" dirty="0">
                <a:latin typeface="Cambria" pitchFamily="18" charset="0"/>
                <a:ea typeface="Cambria" pitchFamily="18" charset="0"/>
                <a:cs typeface="Caladea"/>
              </a:rPr>
              <a:t>attributes, set </a:t>
            </a:r>
            <a:r>
              <a:rPr sz="2400" spc="-10" dirty="0">
                <a:latin typeface="Cambria" pitchFamily="18" charset="0"/>
                <a:ea typeface="Cambria" pitchFamily="18" charset="0"/>
                <a:cs typeface="Caladea"/>
              </a:rPr>
              <a:t>device</a:t>
            </a:r>
            <a:r>
              <a:rPr sz="2400" spc="40" dirty="0">
                <a:latin typeface="Cambria" pitchFamily="18" charset="0"/>
                <a:ea typeface="Cambria" pitchFamily="18" charset="0"/>
                <a:cs typeface="Caladea"/>
              </a:rPr>
              <a:t> </a:t>
            </a:r>
            <a:r>
              <a:rPr sz="2400" spc="-5" dirty="0">
                <a:latin typeface="Cambria" pitchFamily="18" charset="0"/>
                <a:ea typeface="Cambria" pitchFamily="18" charset="0"/>
                <a:cs typeface="Caladea"/>
              </a:rPr>
              <a:t>attributes</a:t>
            </a:r>
            <a:endParaRPr sz="2400" dirty="0">
              <a:latin typeface="Cambria" pitchFamily="18" charset="0"/>
              <a:ea typeface="Cambria" pitchFamily="18" charset="0"/>
              <a:cs typeface="Caladea"/>
            </a:endParaRPr>
          </a:p>
          <a:p>
            <a:pPr marL="698500" lvl="1" indent="-229235">
              <a:lnSpc>
                <a:spcPct val="100000"/>
              </a:lnSpc>
              <a:spcBef>
                <a:spcPts val="215"/>
              </a:spcBef>
              <a:buFont typeface="Arial"/>
              <a:buChar char="•"/>
              <a:tabLst>
                <a:tab pos="699135" algn="l"/>
              </a:tabLst>
            </a:pPr>
            <a:r>
              <a:rPr sz="2400" spc="-10" dirty="0">
                <a:latin typeface="Cambria" pitchFamily="18" charset="0"/>
                <a:ea typeface="Cambria" pitchFamily="18" charset="0"/>
                <a:cs typeface="Caladea"/>
              </a:rPr>
              <a:t>logically </a:t>
            </a:r>
            <a:r>
              <a:rPr sz="2400" dirty="0">
                <a:latin typeface="Cambria" pitchFamily="18" charset="0"/>
                <a:ea typeface="Cambria" pitchFamily="18" charset="0"/>
                <a:cs typeface="Caladea"/>
              </a:rPr>
              <a:t>attach </a:t>
            </a:r>
            <a:r>
              <a:rPr sz="2400" spc="-5" dirty="0">
                <a:latin typeface="Cambria" pitchFamily="18" charset="0"/>
                <a:ea typeface="Cambria" pitchFamily="18" charset="0"/>
                <a:cs typeface="Caladea"/>
              </a:rPr>
              <a:t>or detach</a:t>
            </a:r>
            <a:r>
              <a:rPr sz="2400" spc="5" dirty="0">
                <a:latin typeface="Cambria" pitchFamily="18" charset="0"/>
                <a:ea typeface="Cambria" pitchFamily="18" charset="0"/>
                <a:cs typeface="Caladea"/>
              </a:rPr>
              <a:t> </a:t>
            </a:r>
            <a:r>
              <a:rPr sz="2400" spc="-10" dirty="0">
                <a:latin typeface="Cambria" pitchFamily="18" charset="0"/>
                <a:ea typeface="Cambria" pitchFamily="18" charset="0"/>
                <a:cs typeface="Caladea"/>
              </a:rPr>
              <a:t>devices</a:t>
            </a:r>
            <a:endParaRPr sz="2400" dirty="0">
              <a:latin typeface="Cambria" pitchFamily="18" charset="0"/>
              <a:ea typeface="Cambria" pitchFamily="18" charset="0"/>
              <a:cs typeface="Calad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820549" y="89738"/>
            <a:ext cx="10353996" cy="695325"/>
          </a:xfrm>
          <a:prstGeom prst="rect">
            <a:avLst/>
          </a:prstGeom>
        </p:spPr>
        <p:txBody>
          <a:bodyPr vert="horz" wrap="square" lIns="0" tIns="12065" rIns="0" bIns="0" rtlCol="0">
            <a:spAutoFit/>
          </a:bodyPr>
          <a:lstStyle/>
          <a:p>
            <a:pPr marL="12700">
              <a:lnSpc>
                <a:spcPct val="100000"/>
              </a:lnSpc>
              <a:spcBef>
                <a:spcPts val="95"/>
              </a:spcBef>
            </a:pPr>
            <a:r>
              <a:rPr sz="4400" spc="-30" dirty="0">
                <a:latin typeface="Cambria" pitchFamily="18" charset="0"/>
                <a:ea typeface="Cambria" pitchFamily="18" charset="0"/>
                <a:cs typeface="Caladea"/>
              </a:rPr>
              <a:t>Types </a:t>
            </a:r>
            <a:r>
              <a:rPr sz="4400" spc="-5" dirty="0">
                <a:latin typeface="Cambria" pitchFamily="18" charset="0"/>
                <a:ea typeface="Cambria" pitchFamily="18" charset="0"/>
                <a:cs typeface="Caladea"/>
              </a:rPr>
              <a:t>of </a:t>
            </a:r>
            <a:r>
              <a:rPr sz="4400" spc="-35" dirty="0">
                <a:latin typeface="Cambria" pitchFamily="18" charset="0"/>
                <a:ea typeface="Cambria" pitchFamily="18" charset="0"/>
                <a:cs typeface="Caladea"/>
              </a:rPr>
              <a:t>System </a:t>
            </a:r>
            <a:r>
              <a:rPr sz="4400" spc="-5" dirty="0">
                <a:latin typeface="Cambria" pitchFamily="18" charset="0"/>
                <a:ea typeface="Cambria" pitchFamily="18" charset="0"/>
                <a:cs typeface="Caladea"/>
              </a:rPr>
              <a:t>Calls</a:t>
            </a:r>
            <a:r>
              <a:rPr sz="4400" spc="110" dirty="0">
                <a:latin typeface="Cambria" pitchFamily="18" charset="0"/>
                <a:ea typeface="Cambria" pitchFamily="18" charset="0"/>
                <a:cs typeface="Caladea"/>
              </a:rPr>
              <a:t> </a:t>
            </a:r>
            <a:r>
              <a:rPr sz="4400" spc="5" dirty="0">
                <a:latin typeface="Cambria" pitchFamily="18" charset="0"/>
                <a:ea typeface="Cambria" pitchFamily="18" charset="0"/>
                <a:cs typeface="Caladea"/>
              </a:rPr>
              <a:t>(Cont.)</a:t>
            </a:r>
            <a:endParaRPr sz="4400" dirty="0">
              <a:latin typeface="Cambria" pitchFamily="18" charset="0"/>
              <a:ea typeface="Cambria" pitchFamily="18" charset="0"/>
              <a:cs typeface="Caladea"/>
            </a:endParaRPr>
          </a:p>
        </p:txBody>
      </p:sp>
      <p:sp>
        <p:nvSpPr>
          <p:cNvPr id="3" name="object 3"/>
          <p:cNvSpPr txBox="1"/>
          <p:nvPr/>
        </p:nvSpPr>
        <p:spPr>
          <a:xfrm>
            <a:off x="406353" y="914400"/>
            <a:ext cx="11546769" cy="4419800"/>
          </a:xfrm>
          <a:prstGeom prst="rect">
            <a:avLst/>
          </a:prstGeom>
          <a:ln>
            <a:solidFill>
              <a:schemeClr val="accent1"/>
            </a:solidFill>
          </a:ln>
        </p:spPr>
        <p:txBody>
          <a:bodyPr vert="horz" wrap="square" lIns="0" tIns="46355" rIns="0" bIns="0" rtlCol="0">
            <a:spAutoFit/>
          </a:bodyPr>
          <a:lstStyle/>
          <a:p>
            <a:pPr marL="241300" indent="-228600">
              <a:lnSpc>
                <a:spcPct val="100000"/>
              </a:lnSpc>
              <a:spcBef>
                <a:spcPts val="365"/>
              </a:spcBef>
              <a:buFont typeface="Arial"/>
              <a:buChar char="•"/>
              <a:tabLst>
                <a:tab pos="240665" algn="l"/>
                <a:tab pos="241300" algn="l"/>
              </a:tabLst>
            </a:pPr>
            <a:r>
              <a:rPr sz="2000" spc="-15" dirty="0">
                <a:latin typeface="Cambria" pitchFamily="18" charset="0"/>
                <a:ea typeface="Cambria" pitchFamily="18" charset="0"/>
                <a:cs typeface="Carlito"/>
              </a:rPr>
              <a:t>Information</a:t>
            </a:r>
            <a:r>
              <a:rPr sz="2000" dirty="0">
                <a:latin typeface="Cambria" pitchFamily="18" charset="0"/>
                <a:ea typeface="Cambria" pitchFamily="18" charset="0"/>
                <a:cs typeface="Carlito"/>
              </a:rPr>
              <a:t> </a:t>
            </a:r>
            <a:r>
              <a:rPr sz="2000" spc="-10" dirty="0">
                <a:latin typeface="Cambria" pitchFamily="18" charset="0"/>
                <a:ea typeface="Cambria" pitchFamily="18" charset="0"/>
                <a:cs typeface="Carlito"/>
              </a:rPr>
              <a:t>maintenance</a:t>
            </a:r>
            <a:endParaRPr sz="2000" dirty="0">
              <a:latin typeface="Cambria" pitchFamily="18" charset="0"/>
              <a:ea typeface="Cambria" pitchFamily="18" charset="0"/>
              <a:cs typeface="Carlito"/>
            </a:endParaRPr>
          </a:p>
          <a:p>
            <a:pPr marL="698500" lvl="1" indent="-229235">
              <a:lnSpc>
                <a:spcPct val="100000"/>
              </a:lnSpc>
              <a:spcBef>
                <a:spcPts val="265"/>
              </a:spcBef>
              <a:buFont typeface="Arial"/>
              <a:buChar char="•"/>
              <a:tabLst>
                <a:tab pos="698500" algn="l"/>
                <a:tab pos="699135" algn="l"/>
              </a:tabLst>
            </a:pPr>
            <a:r>
              <a:rPr sz="2000" spc="-20" dirty="0">
                <a:latin typeface="Cambria" pitchFamily="18" charset="0"/>
                <a:ea typeface="Cambria" pitchFamily="18" charset="0"/>
                <a:cs typeface="Carlito"/>
              </a:rPr>
              <a:t>get </a:t>
            </a:r>
            <a:r>
              <a:rPr sz="2000" spc="-5" dirty="0">
                <a:latin typeface="Cambria" pitchFamily="18" charset="0"/>
                <a:ea typeface="Cambria" pitchFamily="18" charset="0"/>
                <a:cs typeface="Carlito"/>
              </a:rPr>
              <a:t>time or </a:t>
            </a:r>
            <a:r>
              <a:rPr sz="2000" spc="-15" dirty="0">
                <a:latin typeface="Cambria" pitchFamily="18" charset="0"/>
                <a:ea typeface="Cambria" pitchFamily="18" charset="0"/>
                <a:cs typeface="Carlito"/>
              </a:rPr>
              <a:t>date, </a:t>
            </a:r>
            <a:r>
              <a:rPr sz="2000" spc="-10" dirty="0">
                <a:latin typeface="Cambria" pitchFamily="18" charset="0"/>
                <a:ea typeface="Cambria" pitchFamily="18" charset="0"/>
                <a:cs typeface="Carlito"/>
              </a:rPr>
              <a:t>set </a:t>
            </a:r>
            <a:r>
              <a:rPr sz="2000" spc="-5" dirty="0">
                <a:latin typeface="Cambria" pitchFamily="18" charset="0"/>
                <a:ea typeface="Cambria" pitchFamily="18" charset="0"/>
                <a:cs typeface="Carlito"/>
              </a:rPr>
              <a:t>time or</a:t>
            </a:r>
            <a:r>
              <a:rPr sz="2000" spc="135" dirty="0">
                <a:latin typeface="Cambria" pitchFamily="18" charset="0"/>
                <a:ea typeface="Cambria" pitchFamily="18" charset="0"/>
                <a:cs typeface="Carlito"/>
              </a:rPr>
              <a:t> </a:t>
            </a:r>
            <a:r>
              <a:rPr sz="2000" spc="-15" dirty="0">
                <a:latin typeface="Cambria" pitchFamily="18" charset="0"/>
                <a:ea typeface="Cambria" pitchFamily="18" charset="0"/>
                <a:cs typeface="Carlito"/>
              </a:rPr>
              <a:t>date</a:t>
            </a:r>
            <a:endParaRPr sz="2000" dirty="0">
              <a:latin typeface="Cambria" pitchFamily="18" charset="0"/>
              <a:ea typeface="Cambria" pitchFamily="18" charset="0"/>
              <a:cs typeface="Carlito"/>
            </a:endParaRPr>
          </a:p>
          <a:p>
            <a:pPr marL="698500" lvl="1" indent="-229235">
              <a:lnSpc>
                <a:spcPct val="100000"/>
              </a:lnSpc>
              <a:spcBef>
                <a:spcPts val="265"/>
              </a:spcBef>
              <a:buFont typeface="Arial"/>
              <a:buChar char="•"/>
              <a:tabLst>
                <a:tab pos="698500" algn="l"/>
                <a:tab pos="699135" algn="l"/>
              </a:tabLst>
            </a:pPr>
            <a:r>
              <a:rPr sz="2000" spc="-20" dirty="0">
                <a:latin typeface="Cambria" pitchFamily="18" charset="0"/>
                <a:ea typeface="Cambria" pitchFamily="18" charset="0"/>
                <a:cs typeface="Carlito"/>
              </a:rPr>
              <a:t>get </a:t>
            </a:r>
            <a:r>
              <a:rPr sz="2000" spc="-30" dirty="0">
                <a:latin typeface="Cambria" pitchFamily="18" charset="0"/>
                <a:ea typeface="Cambria" pitchFamily="18" charset="0"/>
                <a:cs typeface="Carlito"/>
              </a:rPr>
              <a:t>system </a:t>
            </a:r>
            <a:r>
              <a:rPr sz="2000" spc="-15" dirty="0">
                <a:latin typeface="Cambria" pitchFamily="18" charset="0"/>
                <a:ea typeface="Cambria" pitchFamily="18" charset="0"/>
                <a:cs typeface="Carlito"/>
              </a:rPr>
              <a:t>data, </a:t>
            </a:r>
            <a:r>
              <a:rPr sz="2000" spc="-10" dirty="0">
                <a:latin typeface="Cambria" pitchFamily="18" charset="0"/>
                <a:ea typeface="Cambria" pitchFamily="18" charset="0"/>
                <a:cs typeface="Carlito"/>
              </a:rPr>
              <a:t>set </a:t>
            </a:r>
            <a:r>
              <a:rPr sz="2000" spc="-30" dirty="0">
                <a:latin typeface="Cambria" pitchFamily="18" charset="0"/>
                <a:ea typeface="Cambria" pitchFamily="18" charset="0"/>
                <a:cs typeface="Carlito"/>
              </a:rPr>
              <a:t>system</a:t>
            </a:r>
            <a:r>
              <a:rPr sz="2000" spc="265" dirty="0">
                <a:latin typeface="Cambria" pitchFamily="18" charset="0"/>
                <a:ea typeface="Cambria" pitchFamily="18" charset="0"/>
                <a:cs typeface="Carlito"/>
              </a:rPr>
              <a:t> </a:t>
            </a:r>
            <a:r>
              <a:rPr sz="2000" spc="-15" dirty="0">
                <a:latin typeface="Cambria" pitchFamily="18" charset="0"/>
                <a:ea typeface="Cambria" pitchFamily="18" charset="0"/>
                <a:cs typeface="Carlito"/>
              </a:rPr>
              <a:t>data</a:t>
            </a:r>
            <a:endParaRPr sz="2000" dirty="0">
              <a:latin typeface="Cambria" pitchFamily="18" charset="0"/>
              <a:ea typeface="Cambria" pitchFamily="18" charset="0"/>
              <a:cs typeface="Carlito"/>
            </a:endParaRPr>
          </a:p>
          <a:p>
            <a:pPr marL="698500" lvl="1" indent="-229235">
              <a:lnSpc>
                <a:spcPct val="100000"/>
              </a:lnSpc>
              <a:spcBef>
                <a:spcPts val="265"/>
              </a:spcBef>
              <a:buFont typeface="Arial"/>
              <a:buChar char="•"/>
              <a:tabLst>
                <a:tab pos="698500" algn="l"/>
                <a:tab pos="699135" algn="l"/>
              </a:tabLst>
            </a:pPr>
            <a:r>
              <a:rPr sz="2000" spc="-20" dirty="0">
                <a:latin typeface="Cambria" pitchFamily="18" charset="0"/>
                <a:ea typeface="Cambria" pitchFamily="18" charset="0"/>
                <a:cs typeface="Carlito"/>
              </a:rPr>
              <a:t>get </a:t>
            </a:r>
            <a:r>
              <a:rPr sz="2000" dirty="0">
                <a:latin typeface="Cambria" pitchFamily="18" charset="0"/>
                <a:ea typeface="Cambria" pitchFamily="18" charset="0"/>
                <a:cs typeface="Carlito"/>
              </a:rPr>
              <a:t>and </a:t>
            </a:r>
            <a:r>
              <a:rPr sz="2000" spc="-10" dirty="0">
                <a:latin typeface="Cambria" pitchFamily="18" charset="0"/>
                <a:ea typeface="Cambria" pitchFamily="18" charset="0"/>
                <a:cs typeface="Carlito"/>
              </a:rPr>
              <a:t>set </a:t>
            </a:r>
            <a:r>
              <a:rPr sz="2000" spc="-15" dirty="0">
                <a:latin typeface="Cambria" pitchFamily="18" charset="0"/>
                <a:ea typeface="Cambria" pitchFamily="18" charset="0"/>
                <a:cs typeface="Carlito"/>
              </a:rPr>
              <a:t>process, </a:t>
            </a:r>
            <a:r>
              <a:rPr sz="2000" spc="-10" dirty="0">
                <a:latin typeface="Cambria" pitchFamily="18" charset="0"/>
                <a:ea typeface="Cambria" pitchFamily="18" charset="0"/>
                <a:cs typeface="Carlito"/>
              </a:rPr>
              <a:t>file, </a:t>
            </a:r>
            <a:r>
              <a:rPr sz="2000" spc="-5" dirty="0">
                <a:latin typeface="Cambria" pitchFamily="18" charset="0"/>
                <a:ea typeface="Cambria" pitchFamily="18" charset="0"/>
                <a:cs typeface="Carlito"/>
              </a:rPr>
              <a:t>or </a:t>
            </a:r>
            <a:r>
              <a:rPr sz="2000" spc="-10" dirty="0">
                <a:latin typeface="Cambria" pitchFamily="18" charset="0"/>
                <a:ea typeface="Cambria" pitchFamily="18" charset="0"/>
                <a:cs typeface="Carlito"/>
              </a:rPr>
              <a:t>device</a:t>
            </a:r>
            <a:r>
              <a:rPr sz="2000" spc="200" dirty="0">
                <a:latin typeface="Cambria" pitchFamily="18" charset="0"/>
                <a:ea typeface="Cambria" pitchFamily="18" charset="0"/>
                <a:cs typeface="Carlito"/>
              </a:rPr>
              <a:t> </a:t>
            </a:r>
            <a:r>
              <a:rPr sz="2000" spc="-10" dirty="0">
                <a:latin typeface="Cambria" pitchFamily="18" charset="0"/>
                <a:ea typeface="Cambria" pitchFamily="18" charset="0"/>
                <a:cs typeface="Carlito"/>
              </a:rPr>
              <a:t>attributes</a:t>
            </a:r>
            <a:endParaRPr sz="2000" dirty="0">
              <a:latin typeface="Cambria" pitchFamily="18" charset="0"/>
              <a:ea typeface="Cambria" pitchFamily="18" charset="0"/>
              <a:cs typeface="Carlito"/>
            </a:endParaRPr>
          </a:p>
          <a:p>
            <a:pPr marL="241300" indent="-228600">
              <a:lnSpc>
                <a:spcPct val="100000"/>
              </a:lnSpc>
              <a:spcBef>
                <a:spcPts val="745"/>
              </a:spcBef>
              <a:buFont typeface="Arial"/>
              <a:buChar char="•"/>
              <a:tabLst>
                <a:tab pos="240665" algn="l"/>
                <a:tab pos="241300" algn="l"/>
              </a:tabLst>
            </a:pPr>
            <a:r>
              <a:rPr sz="2000" spc="-10" dirty="0">
                <a:latin typeface="Cambria" pitchFamily="18" charset="0"/>
                <a:ea typeface="Cambria" pitchFamily="18" charset="0"/>
                <a:cs typeface="Carlito"/>
              </a:rPr>
              <a:t>Communications</a:t>
            </a:r>
            <a:endParaRPr sz="2000" dirty="0">
              <a:latin typeface="Cambria" pitchFamily="18" charset="0"/>
              <a:ea typeface="Cambria" pitchFamily="18" charset="0"/>
              <a:cs typeface="Carlito"/>
            </a:endParaRPr>
          </a:p>
          <a:p>
            <a:pPr marL="698500" lvl="1" indent="-229235">
              <a:lnSpc>
                <a:spcPct val="100000"/>
              </a:lnSpc>
              <a:spcBef>
                <a:spcPts val="270"/>
              </a:spcBef>
              <a:buFont typeface="Arial"/>
              <a:buChar char="•"/>
              <a:tabLst>
                <a:tab pos="698500" algn="l"/>
                <a:tab pos="699135" algn="l"/>
              </a:tabLst>
            </a:pPr>
            <a:r>
              <a:rPr sz="2000" spc="-20" dirty="0">
                <a:latin typeface="Cambria" pitchFamily="18" charset="0"/>
                <a:ea typeface="Cambria" pitchFamily="18" charset="0"/>
                <a:cs typeface="Carlito"/>
              </a:rPr>
              <a:t>create, </a:t>
            </a:r>
            <a:r>
              <a:rPr sz="2000" spc="-10" dirty="0">
                <a:latin typeface="Cambria" pitchFamily="18" charset="0"/>
                <a:ea typeface="Cambria" pitchFamily="18" charset="0"/>
                <a:cs typeface="Carlito"/>
              </a:rPr>
              <a:t>delete </a:t>
            </a:r>
            <a:r>
              <a:rPr sz="2000" spc="-15" dirty="0">
                <a:latin typeface="Cambria" pitchFamily="18" charset="0"/>
                <a:ea typeface="Cambria" pitchFamily="18" charset="0"/>
                <a:cs typeface="Carlito"/>
              </a:rPr>
              <a:t>communication</a:t>
            </a:r>
            <a:r>
              <a:rPr sz="2000" spc="175" dirty="0">
                <a:latin typeface="Cambria" pitchFamily="18" charset="0"/>
                <a:ea typeface="Cambria" pitchFamily="18" charset="0"/>
                <a:cs typeface="Carlito"/>
              </a:rPr>
              <a:t> </a:t>
            </a:r>
            <a:r>
              <a:rPr sz="2000" spc="-10" dirty="0">
                <a:latin typeface="Cambria" pitchFamily="18" charset="0"/>
                <a:ea typeface="Cambria" pitchFamily="18" charset="0"/>
                <a:cs typeface="Carlito"/>
              </a:rPr>
              <a:t>connection</a:t>
            </a:r>
            <a:endParaRPr sz="2000" dirty="0">
              <a:latin typeface="Cambria" pitchFamily="18" charset="0"/>
              <a:ea typeface="Cambria" pitchFamily="18" charset="0"/>
              <a:cs typeface="Carlito"/>
            </a:endParaRPr>
          </a:p>
          <a:p>
            <a:pPr marL="698500" lvl="1" indent="-229235">
              <a:lnSpc>
                <a:spcPts val="2280"/>
              </a:lnSpc>
              <a:spcBef>
                <a:spcPts val="260"/>
              </a:spcBef>
              <a:buFont typeface="Arial"/>
              <a:buChar char="•"/>
              <a:tabLst>
                <a:tab pos="698500" algn="l"/>
                <a:tab pos="699135" algn="l"/>
              </a:tabLst>
            </a:pPr>
            <a:r>
              <a:rPr sz="2000" spc="-10" dirty="0">
                <a:latin typeface="Cambria" pitchFamily="18" charset="0"/>
                <a:ea typeface="Cambria" pitchFamily="18" charset="0"/>
                <a:cs typeface="Carlito"/>
              </a:rPr>
              <a:t>send, </a:t>
            </a:r>
            <a:r>
              <a:rPr sz="2000" spc="-20" dirty="0">
                <a:latin typeface="Cambria" pitchFamily="18" charset="0"/>
                <a:ea typeface="Cambria" pitchFamily="18" charset="0"/>
                <a:cs typeface="Carlito"/>
              </a:rPr>
              <a:t>receive </a:t>
            </a:r>
            <a:r>
              <a:rPr sz="2000" spc="-15" dirty="0">
                <a:latin typeface="Cambria" pitchFamily="18" charset="0"/>
                <a:ea typeface="Cambria" pitchFamily="18" charset="0"/>
                <a:cs typeface="Carlito"/>
              </a:rPr>
              <a:t>messages </a:t>
            </a:r>
            <a:r>
              <a:rPr sz="2000" spc="-5" dirty="0">
                <a:latin typeface="Cambria" pitchFamily="18" charset="0"/>
                <a:ea typeface="Cambria" pitchFamily="18" charset="0"/>
                <a:cs typeface="Carlito"/>
              </a:rPr>
              <a:t>if </a:t>
            </a:r>
            <a:r>
              <a:rPr sz="2000" b="1" spc="-10" dirty="0">
                <a:solidFill>
                  <a:srgbClr val="3366FF"/>
                </a:solidFill>
                <a:latin typeface="Cambria" pitchFamily="18" charset="0"/>
                <a:ea typeface="Cambria" pitchFamily="18" charset="0"/>
                <a:cs typeface="Carlito"/>
              </a:rPr>
              <a:t>message </a:t>
            </a:r>
            <a:r>
              <a:rPr sz="2000" b="1" spc="-5" dirty="0">
                <a:solidFill>
                  <a:srgbClr val="3366FF"/>
                </a:solidFill>
                <a:latin typeface="Cambria" pitchFamily="18" charset="0"/>
                <a:ea typeface="Cambria" pitchFamily="18" charset="0"/>
                <a:cs typeface="Carlito"/>
              </a:rPr>
              <a:t>passing </a:t>
            </a:r>
            <a:r>
              <a:rPr sz="2000" b="1" dirty="0">
                <a:solidFill>
                  <a:srgbClr val="3366FF"/>
                </a:solidFill>
                <a:latin typeface="Cambria" pitchFamily="18" charset="0"/>
                <a:ea typeface="Cambria" pitchFamily="18" charset="0"/>
                <a:cs typeface="Carlito"/>
              </a:rPr>
              <a:t>model </a:t>
            </a:r>
            <a:r>
              <a:rPr sz="2000" spc="-15" dirty="0">
                <a:latin typeface="Cambria" pitchFamily="18" charset="0"/>
                <a:ea typeface="Cambria" pitchFamily="18" charset="0"/>
                <a:cs typeface="Carlito"/>
              </a:rPr>
              <a:t>to</a:t>
            </a:r>
            <a:r>
              <a:rPr sz="2000" spc="340" dirty="0">
                <a:latin typeface="Cambria" pitchFamily="18" charset="0"/>
                <a:ea typeface="Cambria" pitchFamily="18" charset="0"/>
                <a:cs typeface="Carlito"/>
              </a:rPr>
              <a:t> </a:t>
            </a:r>
            <a:r>
              <a:rPr sz="2000" b="1" spc="-10" dirty="0">
                <a:solidFill>
                  <a:srgbClr val="3366FF"/>
                </a:solidFill>
                <a:latin typeface="Cambria" pitchFamily="18" charset="0"/>
                <a:ea typeface="Cambria" pitchFamily="18" charset="0"/>
                <a:cs typeface="Carlito"/>
              </a:rPr>
              <a:t>host</a:t>
            </a:r>
            <a:endParaRPr sz="2000" dirty="0">
              <a:latin typeface="Cambria" pitchFamily="18" charset="0"/>
              <a:ea typeface="Cambria" pitchFamily="18" charset="0"/>
              <a:cs typeface="Carlito"/>
            </a:endParaRPr>
          </a:p>
          <a:p>
            <a:pPr marL="698500">
              <a:lnSpc>
                <a:spcPts val="2280"/>
              </a:lnSpc>
            </a:pPr>
            <a:r>
              <a:rPr sz="2000" b="1" spc="-5" dirty="0">
                <a:solidFill>
                  <a:srgbClr val="3366FF"/>
                </a:solidFill>
                <a:latin typeface="Cambria" pitchFamily="18" charset="0"/>
                <a:ea typeface="Cambria" pitchFamily="18" charset="0"/>
                <a:cs typeface="Carlito"/>
              </a:rPr>
              <a:t>name </a:t>
            </a:r>
            <a:r>
              <a:rPr sz="2000" spc="-5" dirty="0">
                <a:latin typeface="Cambria" pitchFamily="18" charset="0"/>
                <a:ea typeface="Cambria" pitchFamily="18" charset="0"/>
                <a:cs typeface="Carlito"/>
              </a:rPr>
              <a:t>or </a:t>
            </a:r>
            <a:r>
              <a:rPr sz="2000" b="1" spc="-5" dirty="0">
                <a:solidFill>
                  <a:srgbClr val="3366FF"/>
                </a:solidFill>
                <a:latin typeface="Cambria" pitchFamily="18" charset="0"/>
                <a:ea typeface="Cambria" pitchFamily="18" charset="0"/>
                <a:cs typeface="Carlito"/>
              </a:rPr>
              <a:t>process</a:t>
            </a:r>
            <a:r>
              <a:rPr sz="2000" b="1" spc="-10" dirty="0">
                <a:solidFill>
                  <a:srgbClr val="3366FF"/>
                </a:solidFill>
                <a:latin typeface="Cambria" pitchFamily="18" charset="0"/>
                <a:ea typeface="Cambria" pitchFamily="18" charset="0"/>
                <a:cs typeface="Carlito"/>
              </a:rPr>
              <a:t> </a:t>
            </a:r>
            <a:r>
              <a:rPr sz="2000" b="1" dirty="0">
                <a:solidFill>
                  <a:srgbClr val="3366FF"/>
                </a:solidFill>
                <a:latin typeface="Cambria" pitchFamily="18" charset="0"/>
                <a:ea typeface="Cambria" pitchFamily="18" charset="0"/>
                <a:cs typeface="Carlito"/>
              </a:rPr>
              <a:t>name</a:t>
            </a:r>
            <a:endParaRPr sz="2000" dirty="0">
              <a:latin typeface="Cambria" pitchFamily="18" charset="0"/>
              <a:ea typeface="Cambria" pitchFamily="18" charset="0"/>
              <a:cs typeface="Carlito"/>
            </a:endParaRPr>
          </a:p>
          <a:p>
            <a:pPr marL="1155700" lvl="2" indent="-229235">
              <a:lnSpc>
                <a:spcPct val="100000"/>
              </a:lnSpc>
              <a:spcBef>
                <a:spcPts val="270"/>
              </a:spcBef>
              <a:buFont typeface="Arial"/>
              <a:buChar char="•"/>
              <a:tabLst>
                <a:tab pos="1155700" algn="l"/>
                <a:tab pos="1156335" algn="l"/>
              </a:tabLst>
            </a:pPr>
            <a:r>
              <a:rPr sz="2000" spc="-15" dirty="0">
                <a:latin typeface="Cambria" pitchFamily="18" charset="0"/>
                <a:ea typeface="Cambria" pitchFamily="18" charset="0"/>
                <a:cs typeface="Carlito"/>
              </a:rPr>
              <a:t>From </a:t>
            </a:r>
            <a:r>
              <a:rPr sz="2000" b="1" spc="-10" dirty="0">
                <a:solidFill>
                  <a:srgbClr val="3366FF"/>
                </a:solidFill>
                <a:latin typeface="Cambria" pitchFamily="18" charset="0"/>
                <a:ea typeface="Cambria" pitchFamily="18" charset="0"/>
                <a:cs typeface="Carlito"/>
              </a:rPr>
              <a:t>client </a:t>
            </a:r>
            <a:r>
              <a:rPr sz="2000" spc="-15" dirty="0">
                <a:latin typeface="Cambria" pitchFamily="18" charset="0"/>
                <a:ea typeface="Cambria" pitchFamily="18" charset="0"/>
                <a:cs typeface="Carlito"/>
              </a:rPr>
              <a:t>to</a:t>
            </a:r>
            <a:r>
              <a:rPr sz="2000" spc="40" dirty="0">
                <a:latin typeface="Cambria" pitchFamily="18" charset="0"/>
                <a:ea typeface="Cambria" pitchFamily="18" charset="0"/>
                <a:cs typeface="Carlito"/>
              </a:rPr>
              <a:t> </a:t>
            </a:r>
            <a:r>
              <a:rPr sz="2000" b="1" spc="-5" dirty="0">
                <a:solidFill>
                  <a:srgbClr val="3366FF"/>
                </a:solidFill>
                <a:latin typeface="Cambria" pitchFamily="18" charset="0"/>
                <a:ea typeface="Cambria" pitchFamily="18" charset="0"/>
                <a:cs typeface="Carlito"/>
              </a:rPr>
              <a:t>server</a:t>
            </a:r>
            <a:endParaRPr sz="2000" dirty="0">
              <a:latin typeface="Cambria" pitchFamily="18" charset="0"/>
              <a:ea typeface="Cambria" pitchFamily="18" charset="0"/>
              <a:cs typeface="Carlito"/>
            </a:endParaRPr>
          </a:p>
          <a:p>
            <a:pPr marL="698500" lvl="1" indent="-229235">
              <a:lnSpc>
                <a:spcPts val="2280"/>
              </a:lnSpc>
              <a:spcBef>
                <a:spcPts val="260"/>
              </a:spcBef>
              <a:buFont typeface="Arial"/>
              <a:buChar char="•"/>
              <a:tabLst>
                <a:tab pos="698500" algn="l"/>
                <a:tab pos="699135" algn="l"/>
              </a:tabLst>
            </a:pPr>
            <a:r>
              <a:rPr sz="2000" b="1" spc="-5" dirty="0">
                <a:solidFill>
                  <a:srgbClr val="3366FF"/>
                </a:solidFill>
                <a:latin typeface="Cambria" pitchFamily="18" charset="0"/>
                <a:ea typeface="Cambria" pitchFamily="18" charset="0"/>
                <a:cs typeface="Carlito"/>
              </a:rPr>
              <a:t>Shared-memory </a:t>
            </a:r>
            <a:r>
              <a:rPr sz="2000" b="1" dirty="0">
                <a:solidFill>
                  <a:srgbClr val="3366FF"/>
                </a:solidFill>
                <a:latin typeface="Cambria" pitchFamily="18" charset="0"/>
                <a:ea typeface="Cambria" pitchFamily="18" charset="0"/>
                <a:cs typeface="Carlito"/>
              </a:rPr>
              <a:t>model </a:t>
            </a:r>
            <a:r>
              <a:rPr sz="2000" spc="-20" dirty="0">
                <a:latin typeface="Cambria" pitchFamily="18" charset="0"/>
                <a:ea typeface="Cambria" pitchFamily="18" charset="0"/>
                <a:cs typeface="Carlito"/>
              </a:rPr>
              <a:t>create </a:t>
            </a:r>
            <a:r>
              <a:rPr sz="2000" dirty="0">
                <a:latin typeface="Cambria" pitchFamily="18" charset="0"/>
                <a:ea typeface="Cambria" pitchFamily="18" charset="0"/>
                <a:cs typeface="Carlito"/>
              </a:rPr>
              <a:t>and </a:t>
            </a:r>
            <a:r>
              <a:rPr sz="2000" spc="-15" dirty="0">
                <a:latin typeface="Cambria" pitchFamily="18" charset="0"/>
                <a:ea typeface="Cambria" pitchFamily="18" charset="0"/>
                <a:cs typeface="Carlito"/>
              </a:rPr>
              <a:t>gain </a:t>
            </a:r>
            <a:r>
              <a:rPr sz="2000" spc="-10" dirty="0">
                <a:latin typeface="Cambria" pitchFamily="18" charset="0"/>
                <a:ea typeface="Cambria" pitchFamily="18" charset="0"/>
                <a:cs typeface="Carlito"/>
              </a:rPr>
              <a:t>access </a:t>
            </a:r>
            <a:r>
              <a:rPr sz="2000" spc="-15" dirty="0">
                <a:latin typeface="Cambria" pitchFamily="18" charset="0"/>
                <a:ea typeface="Cambria" pitchFamily="18" charset="0"/>
                <a:cs typeface="Carlito"/>
              </a:rPr>
              <a:t>to</a:t>
            </a:r>
            <a:r>
              <a:rPr sz="2000" spc="160" dirty="0">
                <a:latin typeface="Cambria" pitchFamily="18" charset="0"/>
                <a:ea typeface="Cambria" pitchFamily="18" charset="0"/>
                <a:cs typeface="Carlito"/>
              </a:rPr>
              <a:t> </a:t>
            </a:r>
            <a:r>
              <a:rPr sz="2000" spc="-15" dirty="0">
                <a:latin typeface="Cambria" pitchFamily="18" charset="0"/>
                <a:ea typeface="Cambria" pitchFamily="18" charset="0"/>
                <a:cs typeface="Carlito"/>
              </a:rPr>
              <a:t>memory</a:t>
            </a:r>
            <a:endParaRPr sz="2000" dirty="0">
              <a:latin typeface="Cambria" pitchFamily="18" charset="0"/>
              <a:ea typeface="Cambria" pitchFamily="18" charset="0"/>
              <a:cs typeface="Carlito"/>
            </a:endParaRPr>
          </a:p>
          <a:p>
            <a:pPr marL="698500">
              <a:lnSpc>
                <a:spcPts val="2280"/>
              </a:lnSpc>
            </a:pPr>
            <a:r>
              <a:rPr sz="2000" spc="-10" dirty="0">
                <a:latin typeface="Cambria" pitchFamily="18" charset="0"/>
                <a:ea typeface="Cambria" pitchFamily="18" charset="0"/>
                <a:cs typeface="Carlito"/>
              </a:rPr>
              <a:t>regions</a:t>
            </a:r>
            <a:endParaRPr sz="2000" dirty="0">
              <a:latin typeface="Cambria" pitchFamily="18" charset="0"/>
              <a:ea typeface="Cambria" pitchFamily="18" charset="0"/>
              <a:cs typeface="Carlito"/>
            </a:endParaRPr>
          </a:p>
          <a:p>
            <a:pPr marL="698500" lvl="1" indent="-229235">
              <a:lnSpc>
                <a:spcPct val="100000"/>
              </a:lnSpc>
              <a:spcBef>
                <a:spcPts val="240"/>
              </a:spcBef>
              <a:buFont typeface="Arial"/>
              <a:buChar char="•"/>
              <a:tabLst>
                <a:tab pos="698500" algn="l"/>
                <a:tab pos="699135" algn="l"/>
              </a:tabLst>
            </a:pPr>
            <a:r>
              <a:rPr sz="2000" spc="-25" dirty="0">
                <a:latin typeface="Cambria" pitchFamily="18" charset="0"/>
                <a:ea typeface="Cambria" pitchFamily="18" charset="0"/>
                <a:cs typeface="Carlito"/>
              </a:rPr>
              <a:t>transfer </a:t>
            </a:r>
            <a:r>
              <a:rPr sz="2000" spc="-15" dirty="0">
                <a:latin typeface="Cambria" pitchFamily="18" charset="0"/>
                <a:ea typeface="Cambria" pitchFamily="18" charset="0"/>
                <a:cs typeface="Carlito"/>
              </a:rPr>
              <a:t>status</a:t>
            </a:r>
            <a:r>
              <a:rPr sz="2000" spc="105" dirty="0">
                <a:latin typeface="Cambria" pitchFamily="18" charset="0"/>
                <a:ea typeface="Cambria" pitchFamily="18" charset="0"/>
                <a:cs typeface="Carlito"/>
              </a:rPr>
              <a:t> </a:t>
            </a:r>
            <a:r>
              <a:rPr sz="2000" spc="-15" dirty="0">
                <a:latin typeface="Cambria" pitchFamily="18" charset="0"/>
                <a:ea typeface="Cambria" pitchFamily="18" charset="0"/>
                <a:cs typeface="Carlito"/>
              </a:rPr>
              <a:t>information</a:t>
            </a:r>
            <a:endParaRPr sz="2000" dirty="0">
              <a:latin typeface="Cambria" pitchFamily="18" charset="0"/>
              <a:ea typeface="Cambria" pitchFamily="18" charset="0"/>
              <a:cs typeface="Carlito"/>
            </a:endParaRPr>
          </a:p>
          <a:p>
            <a:pPr marL="698500" lvl="1" indent="-229235">
              <a:lnSpc>
                <a:spcPct val="100000"/>
              </a:lnSpc>
              <a:spcBef>
                <a:spcPts val="270"/>
              </a:spcBef>
              <a:buFont typeface="Arial"/>
              <a:buChar char="•"/>
              <a:tabLst>
                <a:tab pos="698500" algn="l"/>
                <a:tab pos="699135" algn="l"/>
              </a:tabLst>
            </a:pPr>
            <a:r>
              <a:rPr sz="2000" spc="-15" dirty="0">
                <a:latin typeface="Cambria" pitchFamily="18" charset="0"/>
                <a:ea typeface="Cambria" pitchFamily="18" charset="0"/>
                <a:cs typeface="Carlito"/>
              </a:rPr>
              <a:t>attach </a:t>
            </a:r>
            <a:r>
              <a:rPr sz="2000" dirty="0">
                <a:latin typeface="Cambria" pitchFamily="18" charset="0"/>
                <a:ea typeface="Cambria" pitchFamily="18" charset="0"/>
                <a:cs typeface="Carlito"/>
              </a:rPr>
              <a:t>and </a:t>
            </a:r>
            <a:r>
              <a:rPr sz="2000" spc="-10" dirty="0">
                <a:latin typeface="Cambria" pitchFamily="18" charset="0"/>
                <a:ea typeface="Cambria" pitchFamily="18" charset="0"/>
                <a:cs typeface="Carlito"/>
              </a:rPr>
              <a:t>detach </a:t>
            </a:r>
            <a:r>
              <a:rPr sz="2000" spc="-15" dirty="0">
                <a:latin typeface="Cambria" pitchFamily="18" charset="0"/>
                <a:ea typeface="Cambria" pitchFamily="18" charset="0"/>
                <a:cs typeface="Carlito"/>
              </a:rPr>
              <a:t>remote</a:t>
            </a:r>
            <a:r>
              <a:rPr sz="2000" spc="85" dirty="0">
                <a:latin typeface="Cambria" pitchFamily="18" charset="0"/>
                <a:ea typeface="Cambria" pitchFamily="18" charset="0"/>
                <a:cs typeface="Carlito"/>
              </a:rPr>
              <a:t> </a:t>
            </a:r>
            <a:r>
              <a:rPr sz="2000" spc="-10" dirty="0">
                <a:latin typeface="Cambria" pitchFamily="18" charset="0"/>
                <a:ea typeface="Cambria" pitchFamily="18" charset="0"/>
                <a:cs typeface="Carlito"/>
              </a:rPr>
              <a:t>devices</a:t>
            </a:r>
            <a:endParaRPr sz="2000" dirty="0">
              <a:latin typeface="Cambria" pitchFamily="18" charset="0"/>
              <a:ea typeface="Cambria" pitchFamily="18" charset="0"/>
              <a:cs typeface="Carlito"/>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778291" y="89738"/>
            <a:ext cx="10091496" cy="695325"/>
          </a:xfrm>
          <a:prstGeom prst="rect">
            <a:avLst/>
          </a:prstGeom>
        </p:spPr>
        <p:txBody>
          <a:bodyPr vert="horz" wrap="square" lIns="0" tIns="12065" rIns="0" bIns="0" rtlCol="0">
            <a:spAutoFit/>
          </a:bodyPr>
          <a:lstStyle/>
          <a:p>
            <a:pPr marL="12700">
              <a:lnSpc>
                <a:spcPct val="100000"/>
              </a:lnSpc>
              <a:spcBef>
                <a:spcPts val="95"/>
              </a:spcBef>
            </a:pPr>
            <a:r>
              <a:rPr sz="4400" spc="-30" dirty="0">
                <a:latin typeface="Cambria" pitchFamily="18" charset="0"/>
                <a:ea typeface="Cambria" pitchFamily="18" charset="0"/>
                <a:cs typeface="Caladea"/>
              </a:rPr>
              <a:t>Types </a:t>
            </a:r>
            <a:r>
              <a:rPr sz="4400" spc="-5" dirty="0">
                <a:latin typeface="Cambria" pitchFamily="18" charset="0"/>
                <a:ea typeface="Cambria" pitchFamily="18" charset="0"/>
                <a:cs typeface="Caladea"/>
              </a:rPr>
              <a:t>of </a:t>
            </a:r>
            <a:r>
              <a:rPr sz="4400" spc="-35" dirty="0">
                <a:latin typeface="Cambria" pitchFamily="18" charset="0"/>
                <a:ea typeface="Cambria" pitchFamily="18" charset="0"/>
                <a:cs typeface="Caladea"/>
              </a:rPr>
              <a:t>System </a:t>
            </a:r>
            <a:r>
              <a:rPr sz="4400" spc="-5" dirty="0">
                <a:latin typeface="Cambria" pitchFamily="18" charset="0"/>
                <a:ea typeface="Cambria" pitchFamily="18" charset="0"/>
                <a:cs typeface="Caladea"/>
              </a:rPr>
              <a:t>Calls</a:t>
            </a:r>
            <a:r>
              <a:rPr sz="4400" spc="105" dirty="0">
                <a:latin typeface="Cambria" pitchFamily="18" charset="0"/>
                <a:ea typeface="Cambria" pitchFamily="18" charset="0"/>
                <a:cs typeface="Caladea"/>
              </a:rPr>
              <a:t> </a:t>
            </a:r>
            <a:r>
              <a:rPr sz="4400" spc="5" dirty="0">
                <a:latin typeface="Cambria" pitchFamily="18" charset="0"/>
                <a:ea typeface="Cambria" pitchFamily="18" charset="0"/>
                <a:cs typeface="Caladea"/>
              </a:rPr>
              <a:t>(Cont.)</a:t>
            </a:r>
            <a:endParaRPr sz="4400" dirty="0">
              <a:latin typeface="Cambria" pitchFamily="18" charset="0"/>
              <a:ea typeface="Cambria" pitchFamily="18" charset="0"/>
              <a:cs typeface="Caladea"/>
            </a:endParaRPr>
          </a:p>
        </p:txBody>
      </p:sp>
      <p:sp>
        <p:nvSpPr>
          <p:cNvPr id="3" name="object 3"/>
          <p:cNvSpPr txBox="1"/>
          <p:nvPr/>
        </p:nvSpPr>
        <p:spPr>
          <a:xfrm>
            <a:off x="951670" y="928670"/>
            <a:ext cx="8301130" cy="1669414"/>
          </a:xfrm>
          <a:prstGeom prst="rect">
            <a:avLst/>
          </a:prstGeom>
          <a:ln>
            <a:solidFill>
              <a:schemeClr val="accent1"/>
            </a:solidFill>
          </a:ln>
        </p:spPr>
        <p:txBody>
          <a:bodyPr vert="horz" wrap="square" lIns="0" tIns="47625" rIns="0" bIns="0" rtlCol="0">
            <a:spAutoFit/>
          </a:bodyPr>
          <a:lstStyle/>
          <a:p>
            <a:pPr marL="241300" indent="-229235">
              <a:lnSpc>
                <a:spcPct val="100000"/>
              </a:lnSpc>
              <a:spcBef>
                <a:spcPts val="375"/>
              </a:spcBef>
              <a:buFont typeface="Arial"/>
              <a:buChar char="•"/>
              <a:tabLst>
                <a:tab pos="241935" algn="l"/>
              </a:tabLst>
            </a:pPr>
            <a:r>
              <a:rPr sz="2800" spc="-5" dirty="0">
                <a:latin typeface="Cambria" pitchFamily="18" charset="0"/>
                <a:ea typeface="Cambria" pitchFamily="18" charset="0"/>
                <a:cs typeface="Caladea"/>
              </a:rPr>
              <a:t>Protection</a:t>
            </a:r>
            <a:endParaRPr sz="2800" dirty="0">
              <a:latin typeface="Cambria" pitchFamily="18" charset="0"/>
              <a:ea typeface="Cambria" pitchFamily="18" charset="0"/>
              <a:cs typeface="Caladea"/>
            </a:endParaRPr>
          </a:p>
          <a:p>
            <a:pPr marL="698500" lvl="1" indent="-229235">
              <a:lnSpc>
                <a:spcPct val="100000"/>
              </a:lnSpc>
              <a:spcBef>
                <a:spcPts val="229"/>
              </a:spcBef>
              <a:buFont typeface="Arial"/>
              <a:buChar char="•"/>
              <a:tabLst>
                <a:tab pos="699135" algn="l"/>
              </a:tabLst>
            </a:pPr>
            <a:r>
              <a:rPr sz="2400" spc="-10" dirty="0">
                <a:latin typeface="Cambria" pitchFamily="18" charset="0"/>
                <a:ea typeface="Cambria" pitchFamily="18" charset="0"/>
                <a:cs typeface="Caladea"/>
              </a:rPr>
              <a:t>Control </a:t>
            </a:r>
            <a:r>
              <a:rPr sz="2400" spc="-5" dirty="0">
                <a:latin typeface="Cambria" pitchFamily="18" charset="0"/>
                <a:ea typeface="Cambria" pitchFamily="18" charset="0"/>
                <a:cs typeface="Caladea"/>
              </a:rPr>
              <a:t>access </a:t>
            </a:r>
            <a:r>
              <a:rPr sz="2400" spc="-15" dirty="0">
                <a:latin typeface="Cambria" pitchFamily="18" charset="0"/>
                <a:ea typeface="Cambria" pitchFamily="18" charset="0"/>
                <a:cs typeface="Caladea"/>
              </a:rPr>
              <a:t>to </a:t>
            </a:r>
            <a:r>
              <a:rPr sz="2400" spc="-10" dirty="0">
                <a:latin typeface="Cambria" pitchFamily="18" charset="0"/>
                <a:ea typeface="Cambria" pitchFamily="18" charset="0"/>
                <a:cs typeface="Caladea"/>
              </a:rPr>
              <a:t>resources</a:t>
            </a:r>
            <a:endParaRPr sz="2400" dirty="0">
              <a:latin typeface="Cambria" pitchFamily="18" charset="0"/>
              <a:ea typeface="Cambria" pitchFamily="18" charset="0"/>
              <a:cs typeface="Caladea"/>
            </a:endParaRPr>
          </a:p>
          <a:p>
            <a:pPr marL="698500" lvl="1" indent="-229235">
              <a:lnSpc>
                <a:spcPct val="100000"/>
              </a:lnSpc>
              <a:spcBef>
                <a:spcPts val="219"/>
              </a:spcBef>
              <a:buFont typeface="Arial"/>
              <a:buChar char="•"/>
              <a:tabLst>
                <a:tab pos="699135" algn="l"/>
              </a:tabLst>
            </a:pPr>
            <a:r>
              <a:rPr sz="2400" dirty="0">
                <a:latin typeface="Cambria" pitchFamily="18" charset="0"/>
                <a:ea typeface="Cambria" pitchFamily="18" charset="0"/>
                <a:cs typeface="Caladea"/>
              </a:rPr>
              <a:t>Get and </a:t>
            </a:r>
            <a:r>
              <a:rPr sz="2400" spc="-5" dirty="0">
                <a:latin typeface="Cambria" pitchFamily="18" charset="0"/>
                <a:ea typeface="Cambria" pitchFamily="18" charset="0"/>
                <a:cs typeface="Caladea"/>
              </a:rPr>
              <a:t>set</a:t>
            </a:r>
            <a:r>
              <a:rPr sz="2400" spc="-20" dirty="0">
                <a:latin typeface="Cambria" pitchFamily="18" charset="0"/>
                <a:ea typeface="Cambria" pitchFamily="18" charset="0"/>
                <a:cs typeface="Caladea"/>
              </a:rPr>
              <a:t> </a:t>
            </a:r>
            <a:r>
              <a:rPr sz="2400" spc="-5" dirty="0">
                <a:latin typeface="Cambria" pitchFamily="18" charset="0"/>
                <a:ea typeface="Cambria" pitchFamily="18" charset="0"/>
                <a:cs typeface="Caladea"/>
              </a:rPr>
              <a:t>permissions</a:t>
            </a:r>
            <a:endParaRPr sz="2400" dirty="0">
              <a:latin typeface="Cambria" pitchFamily="18" charset="0"/>
              <a:ea typeface="Cambria" pitchFamily="18" charset="0"/>
              <a:cs typeface="Caladea"/>
            </a:endParaRPr>
          </a:p>
          <a:p>
            <a:pPr marL="698500" lvl="1" indent="-229235">
              <a:lnSpc>
                <a:spcPct val="100000"/>
              </a:lnSpc>
              <a:spcBef>
                <a:spcPts val="215"/>
              </a:spcBef>
              <a:buFont typeface="Arial"/>
              <a:buChar char="•"/>
              <a:tabLst>
                <a:tab pos="699135" algn="l"/>
              </a:tabLst>
            </a:pPr>
            <a:r>
              <a:rPr sz="2400" spc="-10" dirty="0">
                <a:latin typeface="Cambria" pitchFamily="18" charset="0"/>
                <a:ea typeface="Cambria" pitchFamily="18" charset="0"/>
                <a:cs typeface="Caladea"/>
              </a:rPr>
              <a:t>Allow </a:t>
            </a:r>
            <a:r>
              <a:rPr sz="2400" dirty="0">
                <a:latin typeface="Cambria" pitchFamily="18" charset="0"/>
                <a:ea typeface="Cambria" pitchFamily="18" charset="0"/>
                <a:cs typeface="Caladea"/>
              </a:rPr>
              <a:t>and </a:t>
            </a:r>
            <a:r>
              <a:rPr sz="2400" spc="-15" dirty="0">
                <a:latin typeface="Cambria" pitchFamily="18" charset="0"/>
                <a:ea typeface="Cambria" pitchFamily="18" charset="0"/>
                <a:cs typeface="Caladea"/>
              </a:rPr>
              <a:t>deny </a:t>
            </a:r>
            <a:r>
              <a:rPr sz="2400" spc="-5" dirty="0">
                <a:latin typeface="Cambria" pitchFamily="18" charset="0"/>
                <a:ea typeface="Cambria" pitchFamily="18" charset="0"/>
                <a:cs typeface="Caladea"/>
              </a:rPr>
              <a:t>user</a:t>
            </a:r>
            <a:r>
              <a:rPr sz="2400" spc="-25" dirty="0">
                <a:latin typeface="Cambria" pitchFamily="18" charset="0"/>
                <a:ea typeface="Cambria" pitchFamily="18" charset="0"/>
                <a:cs typeface="Caladea"/>
              </a:rPr>
              <a:t> </a:t>
            </a:r>
            <a:r>
              <a:rPr sz="2400" spc="-10" dirty="0">
                <a:latin typeface="Cambria" pitchFamily="18" charset="0"/>
                <a:ea typeface="Cambria" pitchFamily="18" charset="0"/>
                <a:cs typeface="Caladea"/>
              </a:rPr>
              <a:t>access</a:t>
            </a:r>
            <a:endParaRPr sz="2400" dirty="0">
              <a:latin typeface="Cambria" pitchFamily="18" charset="0"/>
              <a:ea typeface="Cambria" pitchFamily="18" charset="0"/>
              <a:cs typeface="Calad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1604" y="642918"/>
            <a:ext cx="11287204" cy="5876948"/>
          </a:xfrm>
          <a:prstGeom prst="rect">
            <a:avLst/>
          </a:prstGeom>
          <a:blipFill>
            <a:blip r:embed="rId2" cstate="print"/>
            <a:stretch>
              <a:fillRect/>
            </a:stretch>
          </a:blipFill>
          <a:ln>
            <a:solidFill>
              <a:schemeClr val="accent1"/>
            </a:solidFill>
          </a:ln>
        </p:spPr>
        <p:txBody>
          <a:bodyPr wrap="square" lIns="0" tIns="0" rIns="0" bIns="0" rtlCol="0"/>
          <a:lstStyle/>
          <a:p>
            <a:endParaRPr>
              <a:latin typeface="Cambria" pitchFamily="18" charset="0"/>
              <a:ea typeface="Cambria" pitchFamily="18" charset="0"/>
            </a:endParaRPr>
          </a:p>
        </p:txBody>
      </p:sp>
      <p:sp>
        <p:nvSpPr>
          <p:cNvPr id="3" name="object 3"/>
          <p:cNvSpPr txBox="1">
            <a:spLocks noGrp="1"/>
          </p:cNvSpPr>
          <p:nvPr>
            <p:ph type="title"/>
          </p:nvPr>
        </p:nvSpPr>
        <p:spPr>
          <a:xfrm>
            <a:off x="1677874" y="171703"/>
            <a:ext cx="9090325" cy="391160"/>
          </a:xfrm>
          <a:prstGeom prst="rect">
            <a:avLst/>
          </a:prstGeom>
        </p:spPr>
        <p:txBody>
          <a:bodyPr vert="horz" wrap="square" lIns="0" tIns="12700" rIns="0" bIns="0" rtlCol="0">
            <a:spAutoFit/>
          </a:bodyPr>
          <a:lstStyle/>
          <a:p>
            <a:pPr marL="12700">
              <a:lnSpc>
                <a:spcPct val="100000"/>
              </a:lnSpc>
              <a:spcBef>
                <a:spcPts val="100"/>
              </a:spcBef>
              <a:tabLst>
                <a:tab pos="3573145" algn="l"/>
              </a:tabLst>
            </a:pPr>
            <a:r>
              <a:rPr sz="2400" spc="-10" dirty="0">
                <a:latin typeface="Cambria" pitchFamily="18" charset="0"/>
                <a:ea typeface="Cambria" pitchFamily="18" charset="0"/>
                <a:cs typeface="Caladea"/>
              </a:rPr>
              <a:t>Examples </a:t>
            </a:r>
            <a:r>
              <a:rPr sz="2400" spc="-5" dirty="0">
                <a:latin typeface="Cambria" pitchFamily="18" charset="0"/>
                <a:ea typeface="Cambria" pitchFamily="18" charset="0"/>
                <a:cs typeface="Caladea"/>
              </a:rPr>
              <a:t>of</a:t>
            </a:r>
            <a:r>
              <a:rPr sz="2400" spc="10" dirty="0">
                <a:latin typeface="Cambria" pitchFamily="18" charset="0"/>
                <a:ea typeface="Cambria" pitchFamily="18" charset="0"/>
                <a:cs typeface="Caladea"/>
              </a:rPr>
              <a:t> </a:t>
            </a:r>
            <a:r>
              <a:rPr sz="2400" spc="-10" dirty="0">
                <a:latin typeface="Cambria" pitchFamily="18" charset="0"/>
                <a:ea typeface="Cambria" pitchFamily="18" charset="0"/>
                <a:cs typeface="Caladea"/>
              </a:rPr>
              <a:t>Windows</a:t>
            </a:r>
            <a:r>
              <a:rPr sz="2400" spc="35" dirty="0">
                <a:latin typeface="Cambria" pitchFamily="18" charset="0"/>
                <a:ea typeface="Cambria" pitchFamily="18" charset="0"/>
                <a:cs typeface="Caladea"/>
              </a:rPr>
              <a:t> </a:t>
            </a:r>
            <a:r>
              <a:rPr sz="2400" dirty="0">
                <a:latin typeface="Cambria" pitchFamily="18" charset="0"/>
                <a:ea typeface="Cambria" pitchFamily="18" charset="0"/>
                <a:cs typeface="Caladea"/>
              </a:rPr>
              <a:t>and	Unix </a:t>
            </a:r>
            <a:r>
              <a:rPr sz="2400" spc="-20" dirty="0">
                <a:latin typeface="Cambria" pitchFamily="18" charset="0"/>
                <a:ea typeface="Cambria" pitchFamily="18" charset="0"/>
                <a:cs typeface="Caladea"/>
              </a:rPr>
              <a:t>System</a:t>
            </a:r>
            <a:r>
              <a:rPr sz="2400" spc="-75" dirty="0">
                <a:latin typeface="Cambria" pitchFamily="18" charset="0"/>
                <a:ea typeface="Cambria" pitchFamily="18" charset="0"/>
                <a:cs typeface="Caladea"/>
              </a:rPr>
              <a:t> </a:t>
            </a:r>
            <a:r>
              <a:rPr sz="2400" spc="-10" dirty="0">
                <a:latin typeface="Cambria" pitchFamily="18" charset="0"/>
                <a:ea typeface="Cambria" pitchFamily="18" charset="0"/>
                <a:cs typeface="Caladea"/>
              </a:rPr>
              <a:t>Calls</a:t>
            </a:r>
            <a:endParaRPr sz="2400" dirty="0">
              <a:latin typeface="Cambria" pitchFamily="18" charset="0"/>
              <a:ea typeface="Cambria" pitchFamily="18" charset="0"/>
              <a:cs typeface="Calad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7"/>
            <a:ext cx="9954657" cy="430887"/>
          </a:xfrm>
        </p:spPr>
        <p:txBody>
          <a:bodyPr/>
          <a:lstStyle/>
          <a:p>
            <a:r>
              <a:rPr lang="en-GB" dirty="0">
                <a:latin typeface="Cambria" pitchFamily="18" charset="0"/>
                <a:ea typeface="Cambria" pitchFamily="18" charset="0"/>
              </a:rPr>
              <a:t>Quiz</a:t>
            </a:r>
            <a:endParaRPr lang="en-IN" dirty="0">
              <a:latin typeface="Cambria" pitchFamily="18" charset="0"/>
              <a:ea typeface="Cambria" pitchFamily="18" charset="0"/>
            </a:endParaRPr>
          </a:p>
        </p:txBody>
      </p:sp>
      <p:sp>
        <p:nvSpPr>
          <p:cNvPr id="3" name="Text Placeholder 2"/>
          <p:cNvSpPr>
            <a:spLocks noGrp="1"/>
          </p:cNvSpPr>
          <p:nvPr>
            <p:ph type="body" idx="1"/>
          </p:nvPr>
        </p:nvSpPr>
        <p:spPr>
          <a:xfrm>
            <a:off x="101589" y="609601"/>
            <a:ext cx="11930080" cy="2585323"/>
          </a:xfrm>
        </p:spPr>
        <p:txBody>
          <a:bodyPr/>
          <a:lstStyle/>
          <a:p>
            <a:pPr marL="457200" indent="-457200">
              <a:lnSpc>
                <a:spcPct val="150000"/>
              </a:lnSpc>
              <a:buFont typeface="Arial" panose="020B0604020202020204" pitchFamily="34" charset="0"/>
              <a:buChar char="•"/>
            </a:pPr>
            <a:r>
              <a:rPr lang="en-GB" dirty="0">
                <a:latin typeface="Cambria" pitchFamily="18" charset="0"/>
                <a:ea typeface="Cambria" pitchFamily="18" charset="0"/>
              </a:rPr>
              <a:t>The mechanism of accessing services of OS is called _____________.</a:t>
            </a:r>
          </a:p>
          <a:p>
            <a:pPr marL="457200" indent="-457200">
              <a:lnSpc>
                <a:spcPct val="150000"/>
              </a:lnSpc>
              <a:buFont typeface="Arial" panose="020B0604020202020204" pitchFamily="34" charset="0"/>
              <a:buChar char="•"/>
            </a:pPr>
            <a:r>
              <a:rPr lang="en-GB" dirty="0">
                <a:latin typeface="Cambria" pitchFamily="18" charset="0"/>
                <a:ea typeface="Cambria" pitchFamily="18" charset="0"/>
              </a:rPr>
              <a:t>Fork() system call is used for  _____.</a:t>
            </a:r>
          </a:p>
          <a:p>
            <a:pPr marL="457200" indent="-457200">
              <a:lnSpc>
                <a:spcPct val="150000"/>
              </a:lnSpc>
              <a:buFont typeface="Arial" panose="020B0604020202020204" pitchFamily="34" charset="0"/>
              <a:buChar char="•"/>
            </a:pPr>
            <a:r>
              <a:rPr lang="en-GB" dirty="0">
                <a:latin typeface="Cambria" pitchFamily="18" charset="0"/>
                <a:ea typeface="Cambria" pitchFamily="18" charset="0"/>
              </a:rPr>
              <a:t>API stands for ________________.</a:t>
            </a:r>
          </a:p>
          <a:p>
            <a:pPr marL="457200" indent="-457200">
              <a:lnSpc>
                <a:spcPct val="150000"/>
              </a:lnSpc>
              <a:buFont typeface="Arial" panose="020B0604020202020204" pitchFamily="34" charset="0"/>
              <a:buChar char="•"/>
            </a:pPr>
            <a:r>
              <a:rPr lang="en-GB" dirty="0">
                <a:latin typeface="Cambria" pitchFamily="18" charset="0"/>
                <a:ea typeface="Cambria" pitchFamily="18" charset="0"/>
              </a:rPr>
              <a:t>During System call, ________ table is used.</a:t>
            </a:r>
          </a:p>
        </p:txBody>
      </p:sp>
    </p:spTree>
    <p:extLst>
      <p:ext uri="{BB962C8B-B14F-4D97-AF65-F5344CB8AC3E}">
        <p14:creationId xmlns="" xmlns:p14="http://schemas.microsoft.com/office/powerpoint/2010/main" val="2594443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140" y="304800"/>
            <a:ext cx="2819033" cy="838200"/>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smtClean="0">
                <a:ln>
                  <a:noFill/>
                </a:ln>
                <a:solidFill>
                  <a:srgbClr val="FF0000"/>
                </a:solidFill>
                <a:effectLst/>
                <a:uLnTx/>
                <a:uFillTx/>
                <a:latin typeface="Cambria" pitchFamily="18" charset="0"/>
                <a:ea typeface="Cambria" pitchFamily="18" charset="0"/>
                <a:cs typeface="+mj-cs"/>
              </a:rPr>
              <a:t>Lecture 7</a:t>
            </a:r>
            <a:endParaRPr kumimoji="0" lang="en-US" sz="3200" b="1" i="0" u="none" strike="noStrike" kern="0" cap="none" spc="0" normalizeH="0" baseline="0" noProof="0" dirty="0">
              <a:ln>
                <a:noFill/>
              </a:ln>
              <a:solidFill>
                <a:srgbClr val="FF0000"/>
              </a:solidFill>
              <a:effectLst/>
              <a:uLnTx/>
              <a:uFillTx/>
              <a:latin typeface="Cambria" pitchFamily="18" charset="0"/>
              <a:ea typeface="Cambria" pitchFamily="18" charset="0"/>
              <a:cs typeface="+mj-cs"/>
            </a:endParaRPr>
          </a:p>
        </p:txBody>
      </p:sp>
      <p:sp>
        <p:nvSpPr>
          <p:cNvPr id="3" name="Rectangle 1"/>
          <p:cNvSpPr>
            <a:spLocks noChangeArrowheads="1"/>
          </p:cNvSpPr>
          <p:nvPr/>
        </p:nvSpPr>
        <p:spPr bwMode="auto">
          <a:xfrm>
            <a:off x="380165" y="1214422"/>
            <a:ext cx="11644395" cy="1569660"/>
          </a:xfrm>
          <a:prstGeom prst="rect">
            <a:avLst/>
          </a:prstGeom>
          <a:noFill/>
          <a:ln w="28575">
            <a:solidFill>
              <a:schemeClr val="accent5">
                <a:lumMod val="7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3200" b="1" dirty="0" smtClean="0">
                <a:latin typeface="Cambria" pitchFamily="18" charset="0"/>
                <a:ea typeface="Cambria" pitchFamily="18" charset="0"/>
                <a:cs typeface="Arial" pitchFamily="34" charset="0"/>
              </a:rPr>
              <a:t>System Programs and its types </a:t>
            </a:r>
          </a:p>
          <a:p>
            <a:pPr lvl="0" fontAlgn="base">
              <a:spcBef>
                <a:spcPct val="0"/>
              </a:spcBef>
              <a:spcAft>
                <a:spcPct val="0"/>
              </a:spcAft>
            </a:pPr>
            <a:endParaRPr lang="en-US" sz="3200" b="1" dirty="0" smtClean="0">
              <a:latin typeface="Cambria" pitchFamily="18" charset="0"/>
              <a:ea typeface="Cambria" pitchFamily="18" charset="0"/>
              <a:cs typeface="Arial" pitchFamily="34" charset="0"/>
            </a:endParaRP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LO1: Define system programs and types</a:t>
            </a:r>
            <a:endParaRPr lang="en-US" sz="2800" b="1" dirty="0" smtClean="0">
              <a:solidFill>
                <a:srgbClr val="7030A0"/>
              </a:solidFill>
              <a:latin typeface="Cambria" pitchFamily="18" charset="0"/>
              <a:ea typeface="Cambria" pitchFamily="18" charset="0"/>
              <a:cs typeface="Arial"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812696" y="11"/>
            <a:ext cx="10091496" cy="695325"/>
          </a:xfrm>
          <a:prstGeom prst="rect">
            <a:avLst/>
          </a:prstGeom>
        </p:spPr>
        <p:txBody>
          <a:bodyPr vert="horz" wrap="square" lIns="0" tIns="12065" rIns="0" bIns="0" rtlCol="0">
            <a:spAutoFit/>
          </a:bodyPr>
          <a:lstStyle/>
          <a:p>
            <a:pPr marL="12700">
              <a:lnSpc>
                <a:spcPct val="100000"/>
              </a:lnSpc>
              <a:spcBef>
                <a:spcPts val="95"/>
              </a:spcBef>
            </a:pPr>
            <a:r>
              <a:rPr sz="4400" spc="-35" dirty="0">
                <a:latin typeface="Cambria" pitchFamily="18" charset="0"/>
                <a:ea typeface="Cambria" pitchFamily="18" charset="0"/>
                <a:cs typeface="Caladea"/>
              </a:rPr>
              <a:t>System</a:t>
            </a:r>
            <a:r>
              <a:rPr lang="en-US" sz="4400" spc="-35" dirty="0">
                <a:latin typeface="Cambria" pitchFamily="18" charset="0"/>
                <a:ea typeface="Cambria" pitchFamily="18" charset="0"/>
                <a:cs typeface="Caladea"/>
              </a:rPr>
              <a:t> Programs</a:t>
            </a:r>
            <a:endParaRPr sz="4400" dirty="0">
              <a:latin typeface="Cambria" pitchFamily="18" charset="0"/>
              <a:ea typeface="Cambria" pitchFamily="18" charset="0"/>
              <a:cs typeface="Caladea"/>
            </a:endParaRPr>
          </a:p>
        </p:txBody>
      </p:sp>
      <p:sp>
        <p:nvSpPr>
          <p:cNvPr id="3" name="object 3"/>
          <p:cNvSpPr txBox="1"/>
          <p:nvPr/>
        </p:nvSpPr>
        <p:spPr>
          <a:xfrm>
            <a:off x="237291" y="695334"/>
            <a:ext cx="11644394" cy="4315925"/>
          </a:xfrm>
          <a:prstGeom prst="rect">
            <a:avLst/>
          </a:prstGeom>
          <a:ln>
            <a:solidFill>
              <a:schemeClr val="accent1"/>
            </a:solidFill>
          </a:ln>
        </p:spPr>
        <p:txBody>
          <a:bodyPr vert="horz" wrap="square" lIns="0" tIns="47625" rIns="0" bIns="0" rtlCol="0">
            <a:spAutoFit/>
          </a:bodyPr>
          <a:lstStyle/>
          <a:p>
            <a:pPr marL="241300" indent="-229235" algn="just">
              <a:lnSpc>
                <a:spcPct val="100000"/>
              </a:lnSpc>
              <a:spcBef>
                <a:spcPts val="375"/>
              </a:spcBef>
              <a:buFont typeface="Arial"/>
              <a:buChar char="•"/>
              <a:tabLst>
                <a:tab pos="241935" algn="l"/>
              </a:tabLst>
            </a:pPr>
            <a:r>
              <a:rPr lang="en-US" sz="2000" spc="-5" dirty="0">
                <a:latin typeface="Cambria" pitchFamily="18" charset="0"/>
                <a:ea typeface="Cambria" pitchFamily="18" charset="0"/>
                <a:cs typeface="Caladea"/>
              </a:rPr>
              <a:t>2 types----- application software &amp; system software</a:t>
            </a:r>
          </a:p>
          <a:p>
            <a:pPr marL="241300" indent="-229235" algn="just">
              <a:lnSpc>
                <a:spcPct val="100000"/>
              </a:lnSpc>
              <a:spcBef>
                <a:spcPts val="375"/>
              </a:spcBef>
              <a:buFont typeface="Arial"/>
              <a:buChar char="•"/>
              <a:tabLst>
                <a:tab pos="241935" algn="l"/>
              </a:tabLst>
            </a:pPr>
            <a:r>
              <a:rPr lang="en-US" sz="2400" spc="-5" dirty="0">
                <a:latin typeface="Cambria" pitchFamily="18" charset="0"/>
                <a:ea typeface="Cambria" pitchFamily="18" charset="0"/>
                <a:cs typeface="Caladea"/>
              </a:rPr>
              <a:t>A</a:t>
            </a:r>
            <a:r>
              <a:rPr lang="en-US" sz="2000" spc="-5" dirty="0">
                <a:latin typeface="Cambria" pitchFamily="18" charset="0"/>
                <a:ea typeface="Cambria" pitchFamily="18" charset="0"/>
                <a:cs typeface="Caladea"/>
              </a:rPr>
              <a:t>pplication software</a:t>
            </a:r>
          </a:p>
          <a:p>
            <a:pPr marL="698500" lvl="1" indent="-229235" algn="just">
              <a:spcBef>
                <a:spcPts val="375"/>
              </a:spcBef>
              <a:buFont typeface="Arial"/>
              <a:buChar char="•"/>
              <a:tabLst>
                <a:tab pos="241935" algn="l"/>
              </a:tabLst>
            </a:pPr>
            <a:r>
              <a:rPr lang="en-US" sz="2000" spc="-5" dirty="0">
                <a:latin typeface="Cambria" pitchFamily="18" charset="0"/>
                <a:ea typeface="Cambria" pitchFamily="18" charset="0"/>
                <a:cs typeface="Caladea"/>
              </a:rPr>
              <a:t>It is a computer software designed to help the user to perform specific tasks</a:t>
            </a:r>
          </a:p>
          <a:p>
            <a:pPr marL="698500" lvl="1" indent="-229235" algn="just">
              <a:spcBef>
                <a:spcPts val="375"/>
              </a:spcBef>
              <a:buFont typeface="Arial"/>
              <a:buChar char="•"/>
              <a:tabLst>
                <a:tab pos="241935" algn="l"/>
              </a:tabLst>
            </a:pPr>
            <a:r>
              <a:rPr lang="en-US" sz="2000" spc="-5" dirty="0">
                <a:latin typeface="Cambria" pitchFamily="18" charset="0"/>
                <a:ea typeface="Cambria" pitchFamily="18" charset="0"/>
                <a:cs typeface="Caladea"/>
              </a:rPr>
              <a:t>Runs on the top of system software</a:t>
            </a:r>
          </a:p>
          <a:p>
            <a:pPr marL="698500" lvl="1" indent="-229235" algn="just">
              <a:spcBef>
                <a:spcPts val="375"/>
              </a:spcBef>
              <a:buFont typeface="Arial"/>
              <a:buChar char="•"/>
              <a:tabLst>
                <a:tab pos="241935" algn="l"/>
              </a:tabLst>
            </a:pPr>
            <a:r>
              <a:rPr lang="en-US" sz="2000" spc="-5" dirty="0">
                <a:latin typeface="Cambria" pitchFamily="18" charset="0"/>
                <a:ea typeface="Cambria" pitchFamily="18" charset="0"/>
                <a:cs typeface="Caladea"/>
              </a:rPr>
              <a:t>It interacts with system software which in turn interacts &amp; makes physical hardware </a:t>
            </a:r>
            <a:r>
              <a:rPr lang="en-US" sz="2000" spc="-5" dirty="0" smtClean="0">
                <a:latin typeface="Cambria" pitchFamily="18" charset="0"/>
                <a:ea typeface="Cambria" pitchFamily="18" charset="0"/>
                <a:cs typeface="Caladea"/>
              </a:rPr>
              <a:t>functional</a:t>
            </a:r>
          </a:p>
          <a:p>
            <a:pPr marL="698500" lvl="1" indent="-229235" algn="just">
              <a:spcBef>
                <a:spcPts val="375"/>
              </a:spcBef>
              <a:buFont typeface="Arial"/>
              <a:buChar char="•"/>
              <a:tabLst>
                <a:tab pos="241935" algn="l"/>
              </a:tabLst>
            </a:pPr>
            <a:endParaRPr lang="en-US" sz="2000" spc="-5" dirty="0">
              <a:latin typeface="Cambria" pitchFamily="18" charset="0"/>
              <a:ea typeface="Cambria" pitchFamily="18" charset="0"/>
              <a:cs typeface="Caladea"/>
            </a:endParaRPr>
          </a:p>
          <a:p>
            <a:pPr marL="228600" lvl="1" indent="-228600" algn="just">
              <a:spcBef>
                <a:spcPts val="375"/>
              </a:spcBef>
              <a:buFont typeface="Arial"/>
              <a:buChar char="•"/>
              <a:tabLst>
                <a:tab pos="241935" algn="l"/>
              </a:tabLst>
            </a:pPr>
            <a:r>
              <a:rPr lang="en-US" sz="2000" spc="-5" dirty="0">
                <a:latin typeface="Cambria" pitchFamily="18" charset="0"/>
                <a:ea typeface="Cambria" pitchFamily="18" charset="0"/>
                <a:cs typeface="Caladea"/>
              </a:rPr>
              <a:t>System software</a:t>
            </a:r>
          </a:p>
          <a:p>
            <a:pPr marL="685800" lvl="2" indent="-228600" algn="just">
              <a:spcBef>
                <a:spcPts val="375"/>
              </a:spcBef>
              <a:buFont typeface="Arial"/>
              <a:buChar char="•"/>
              <a:tabLst>
                <a:tab pos="241935" algn="l"/>
              </a:tabLst>
            </a:pPr>
            <a:r>
              <a:rPr lang="en-US" sz="2000" spc="-5" dirty="0">
                <a:latin typeface="Cambria" pitchFamily="18" charset="0"/>
                <a:ea typeface="Cambria" pitchFamily="18" charset="0"/>
                <a:cs typeface="Caladea"/>
              </a:rPr>
              <a:t>Designed to operate the computer hardware &amp; to provide a platform for running application software </a:t>
            </a:r>
          </a:p>
          <a:p>
            <a:pPr marL="685800" lvl="2" indent="-228600" algn="just">
              <a:spcBef>
                <a:spcPts val="375"/>
              </a:spcBef>
              <a:buFont typeface="Arial"/>
              <a:buChar char="•"/>
              <a:tabLst>
                <a:tab pos="241935" algn="l"/>
              </a:tabLst>
            </a:pPr>
            <a:r>
              <a:rPr lang="en-US" sz="2000" spc="-5" dirty="0">
                <a:latin typeface="Cambria" pitchFamily="18" charset="0"/>
                <a:ea typeface="Cambria" pitchFamily="18" charset="0"/>
                <a:cs typeface="Caladea"/>
              </a:rPr>
              <a:t>It creates his own environment to run itself &amp; run other application</a:t>
            </a:r>
          </a:p>
          <a:p>
            <a:pPr marL="685800" lvl="2" indent="-228600" algn="just">
              <a:spcBef>
                <a:spcPts val="375"/>
              </a:spcBef>
              <a:buFont typeface="Arial"/>
              <a:buChar char="•"/>
              <a:tabLst>
                <a:tab pos="241935" algn="l"/>
              </a:tabLst>
            </a:pPr>
            <a:r>
              <a:rPr lang="en-US" sz="2000" spc="-5" dirty="0">
                <a:latin typeface="Cambria" pitchFamily="18" charset="0"/>
                <a:ea typeface="Cambria" pitchFamily="18" charset="0"/>
                <a:cs typeface="Caladea"/>
              </a:rPr>
              <a:t>Keep running all the times in the computer </a:t>
            </a:r>
          </a:p>
          <a:p>
            <a:pPr marL="685800" lvl="2" indent="-228600" algn="just">
              <a:spcBef>
                <a:spcPts val="375"/>
              </a:spcBef>
              <a:buFont typeface="Arial"/>
              <a:buChar char="•"/>
              <a:tabLst>
                <a:tab pos="241935" algn="l"/>
              </a:tabLst>
            </a:pPr>
            <a:r>
              <a:rPr lang="en-US" sz="2000" spc="-5" dirty="0">
                <a:latin typeface="Cambria" pitchFamily="18" charset="0"/>
                <a:ea typeface="Cambria" pitchFamily="18" charset="0"/>
                <a:cs typeface="Caladea"/>
              </a:rPr>
              <a:t>These are also called as </a:t>
            </a:r>
            <a:r>
              <a:rPr lang="en-US" sz="2000" b="1" spc="-5" dirty="0">
                <a:latin typeface="Cambria" pitchFamily="18" charset="0"/>
                <a:ea typeface="Cambria" pitchFamily="18" charset="0"/>
                <a:cs typeface="Caladea"/>
              </a:rPr>
              <a:t>system utilities </a:t>
            </a:r>
            <a:r>
              <a:rPr lang="en-US" sz="2000" spc="-5" dirty="0">
                <a:latin typeface="Cambria" pitchFamily="18" charset="0"/>
                <a:ea typeface="Cambria" pitchFamily="18" charset="0"/>
                <a:cs typeface="Caladea"/>
              </a:rPr>
              <a:t>provides a convenient environment for program development &amp; </a:t>
            </a:r>
            <a:r>
              <a:rPr lang="en-US" sz="2000" spc="-5" dirty="0" smtClean="0">
                <a:latin typeface="Cambria" pitchFamily="18" charset="0"/>
                <a:ea typeface="Cambria" pitchFamily="18" charset="0"/>
                <a:cs typeface="Caladea"/>
              </a:rPr>
              <a:t>execution</a:t>
            </a:r>
            <a:endParaRPr sz="2000" b="1" dirty="0">
              <a:latin typeface="Cambria" pitchFamily="18" charset="0"/>
              <a:ea typeface="Cambria" pitchFamily="18" charset="0"/>
              <a:cs typeface="Caladea"/>
            </a:endParaRPr>
          </a:p>
        </p:txBody>
      </p:sp>
    </p:spTree>
    <p:extLst>
      <p:ext uri="{BB962C8B-B14F-4D97-AF65-F5344CB8AC3E}">
        <p14:creationId xmlns="" xmlns:p14="http://schemas.microsoft.com/office/powerpoint/2010/main" val="7500016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6"/>
            <a:ext cx="9954657" cy="502794"/>
          </a:xfrm>
        </p:spPr>
        <p:txBody>
          <a:bodyPr/>
          <a:lstStyle/>
          <a:p>
            <a:r>
              <a:rPr lang="en-US" sz="3200" spc="-35" dirty="0">
                <a:latin typeface="Cambria" pitchFamily="18" charset="0"/>
                <a:ea typeface="Cambria" pitchFamily="18" charset="0"/>
                <a:cs typeface="Caladea"/>
              </a:rPr>
              <a:t>System Programs &amp; its types</a:t>
            </a:r>
            <a:endParaRPr lang="en-US" sz="3200" dirty="0">
              <a:latin typeface="Cambria" pitchFamily="18" charset="0"/>
              <a:ea typeface="Cambria" pitchFamily="18" charset="0"/>
            </a:endParaRPr>
          </a:p>
        </p:txBody>
      </p:sp>
      <p:sp>
        <p:nvSpPr>
          <p:cNvPr id="3" name="Text Placeholder 2"/>
          <p:cNvSpPr>
            <a:spLocks noGrp="1"/>
          </p:cNvSpPr>
          <p:nvPr>
            <p:ph type="body" idx="1"/>
          </p:nvPr>
        </p:nvSpPr>
        <p:spPr>
          <a:xfrm>
            <a:off x="308728" y="533400"/>
            <a:ext cx="11572956" cy="4739759"/>
          </a:xfrm>
          <a:ln>
            <a:solidFill>
              <a:schemeClr val="accent1"/>
            </a:solidFill>
          </a:ln>
        </p:spPr>
        <p:txBody>
          <a:bodyPr/>
          <a:lstStyle/>
          <a:p>
            <a:pPr marL="514350" indent="-514350">
              <a:buAutoNum type="arabicParenR"/>
            </a:pPr>
            <a:r>
              <a:rPr lang="en-US" dirty="0">
                <a:latin typeface="Cambria" pitchFamily="18" charset="0"/>
                <a:ea typeface="Cambria" pitchFamily="18" charset="0"/>
              </a:rPr>
              <a:t>File Management</a:t>
            </a:r>
          </a:p>
          <a:p>
            <a:pPr marL="457200">
              <a:buFont typeface="Arial" panose="020B0604020202020204" pitchFamily="34" charset="0"/>
              <a:buChar char="•"/>
            </a:pPr>
            <a:r>
              <a:rPr lang="en-US" dirty="0">
                <a:latin typeface="Cambria" pitchFamily="18" charset="0"/>
                <a:ea typeface="Cambria" pitchFamily="18" charset="0"/>
              </a:rPr>
              <a:t>    these programs create, delete, copy, rename, print, dump, list &amp; generally manipulate files &amp; </a:t>
            </a:r>
            <a:r>
              <a:rPr lang="en-US" dirty="0" smtClean="0">
                <a:latin typeface="Cambria" pitchFamily="18" charset="0"/>
                <a:ea typeface="Cambria" pitchFamily="18" charset="0"/>
              </a:rPr>
              <a:t>directories</a:t>
            </a:r>
          </a:p>
          <a:p>
            <a:pPr marL="457200"/>
            <a:endParaRPr lang="en-US" dirty="0">
              <a:latin typeface="Cambria" pitchFamily="18" charset="0"/>
              <a:ea typeface="Cambria" pitchFamily="18" charset="0"/>
            </a:endParaRPr>
          </a:p>
          <a:p>
            <a:pPr marL="574675" indent="-514350">
              <a:buAutoNum type="arabicParenR" startAt="2"/>
            </a:pPr>
            <a:r>
              <a:rPr lang="en-US" dirty="0">
                <a:latin typeface="Cambria" pitchFamily="18" charset="0"/>
                <a:ea typeface="Cambria" pitchFamily="18" charset="0"/>
              </a:rPr>
              <a:t>Status information</a:t>
            </a:r>
          </a:p>
          <a:p>
            <a:pPr marL="1036638" indent="-579438">
              <a:buFont typeface="Arial" panose="020B0604020202020204" pitchFamily="34" charset="0"/>
              <a:buChar char="•"/>
            </a:pPr>
            <a:r>
              <a:rPr lang="en-US" dirty="0">
                <a:latin typeface="Cambria" pitchFamily="18" charset="0"/>
                <a:ea typeface="Cambria" pitchFamily="18" charset="0"/>
              </a:rPr>
              <a:t>Some programs simply ask system for date, time, amount of disk space, number of users or similar status information</a:t>
            </a:r>
          </a:p>
          <a:p>
            <a:pPr marL="1036638" indent="-579438">
              <a:buFont typeface="Arial" panose="020B0604020202020204" pitchFamily="34" charset="0"/>
              <a:buChar char="•"/>
            </a:pPr>
            <a:r>
              <a:rPr lang="en-US" dirty="0">
                <a:latin typeface="Cambria" pitchFamily="18" charset="0"/>
                <a:ea typeface="Cambria" pitchFamily="18" charset="0"/>
              </a:rPr>
              <a:t>Others are more complex, providing detailed performance, logging &amp; debugging information</a:t>
            </a:r>
          </a:p>
          <a:p>
            <a:pPr marL="1036638" indent="-579438">
              <a:buFont typeface="Arial" panose="020B0604020202020204" pitchFamily="34" charset="0"/>
              <a:buChar char="•"/>
            </a:pPr>
            <a:r>
              <a:rPr lang="en-US" dirty="0">
                <a:latin typeface="Cambria" pitchFamily="18" charset="0"/>
                <a:ea typeface="Cambria" pitchFamily="18" charset="0"/>
              </a:rPr>
              <a:t>Typically, these programs format &amp; print the output to the terminal or other output devices or files or display it in a window of the GUI</a:t>
            </a:r>
          </a:p>
        </p:txBody>
      </p:sp>
    </p:spTree>
    <p:extLst>
      <p:ext uri="{BB962C8B-B14F-4D97-AF65-F5344CB8AC3E}">
        <p14:creationId xmlns="" xmlns:p14="http://schemas.microsoft.com/office/powerpoint/2010/main" val="16873405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17"/>
            <a:ext cx="9954657" cy="492443"/>
          </a:xfrm>
        </p:spPr>
        <p:txBody>
          <a:bodyPr/>
          <a:lstStyle/>
          <a:p>
            <a:r>
              <a:rPr lang="en-US" sz="3200" spc="-35" dirty="0">
                <a:latin typeface="Cambria" pitchFamily="18" charset="0"/>
                <a:ea typeface="Cambria" pitchFamily="18" charset="0"/>
                <a:cs typeface="Caladea"/>
              </a:rPr>
              <a:t>System Programs &amp; its types</a:t>
            </a:r>
            <a:endParaRPr lang="en-US" sz="3200" dirty="0">
              <a:latin typeface="Cambria" pitchFamily="18" charset="0"/>
              <a:ea typeface="Cambria" pitchFamily="18" charset="0"/>
            </a:endParaRPr>
          </a:p>
        </p:txBody>
      </p:sp>
      <p:sp>
        <p:nvSpPr>
          <p:cNvPr id="3" name="Text Placeholder 2"/>
          <p:cNvSpPr>
            <a:spLocks noGrp="1"/>
          </p:cNvSpPr>
          <p:nvPr>
            <p:ph type="body" idx="1"/>
          </p:nvPr>
        </p:nvSpPr>
        <p:spPr>
          <a:xfrm>
            <a:off x="94414" y="714356"/>
            <a:ext cx="11858708" cy="3877985"/>
          </a:xfrm>
          <a:ln>
            <a:solidFill>
              <a:schemeClr val="accent1"/>
            </a:solidFill>
          </a:ln>
        </p:spPr>
        <p:txBody>
          <a:bodyPr/>
          <a:lstStyle/>
          <a:p>
            <a:pPr algn="just"/>
            <a:r>
              <a:rPr lang="en-US" dirty="0">
                <a:latin typeface="Cambria" pitchFamily="18" charset="0"/>
                <a:ea typeface="Cambria" pitchFamily="18" charset="0"/>
              </a:rPr>
              <a:t>3) File Modification</a:t>
            </a:r>
          </a:p>
          <a:p>
            <a:pPr marL="457200" indent="-168275" algn="just">
              <a:buFont typeface="Arial" panose="020B0604020202020204" pitchFamily="34" charset="0"/>
              <a:buChar char="•"/>
            </a:pPr>
            <a:r>
              <a:rPr lang="en-US" dirty="0">
                <a:latin typeface="Cambria" pitchFamily="18" charset="0"/>
                <a:ea typeface="Cambria" pitchFamily="18" charset="0"/>
              </a:rPr>
              <a:t> several text editors may be available to create &amp; modify the content of files stored on disk or other storage devices.</a:t>
            </a:r>
          </a:p>
          <a:p>
            <a:pPr marL="457200" indent="-168275" algn="just">
              <a:buFont typeface="Arial" panose="020B0604020202020204" pitchFamily="34" charset="0"/>
              <a:buChar char="•"/>
            </a:pPr>
            <a:r>
              <a:rPr lang="en-US" dirty="0">
                <a:latin typeface="Cambria" pitchFamily="18" charset="0"/>
                <a:ea typeface="Cambria" pitchFamily="18" charset="0"/>
              </a:rPr>
              <a:t>There may also be special commands to search contents of files or perform transformations of the text</a:t>
            </a:r>
          </a:p>
          <a:p>
            <a:pPr marL="288925" indent="-288925" algn="just"/>
            <a:r>
              <a:rPr lang="en-US" dirty="0">
                <a:latin typeface="Cambria" pitchFamily="18" charset="0"/>
                <a:ea typeface="Cambria" pitchFamily="18" charset="0"/>
              </a:rPr>
              <a:t>4) Programming-language support</a:t>
            </a:r>
          </a:p>
          <a:p>
            <a:pPr marL="457200" indent="-168275" algn="just">
              <a:buFont typeface="Arial" panose="020B0604020202020204" pitchFamily="34" charset="0"/>
              <a:buChar char="•"/>
            </a:pPr>
            <a:r>
              <a:rPr lang="en-US" dirty="0">
                <a:latin typeface="Cambria" pitchFamily="18" charset="0"/>
                <a:ea typeface="Cambria" pitchFamily="18" charset="0"/>
              </a:rPr>
              <a:t> some of the essential system software like compilers, </a:t>
            </a:r>
            <a:r>
              <a:rPr lang="en-US" dirty="0" smtClean="0">
                <a:latin typeface="Cambria" pitchFamily="18" charset="0"/>
                <a:ea typeface="Cambria" pitchFamily="18" charset="0"/>
              </a:rPr>
              <a:t>assemblers, debuggers </a:t>
            </a:r>
            <a:r>
              <a:rPr lang="en-US" dirty="0">
                <a:latin typeface="Cambria" pitchFamily="18" charset="0"/>
                <a:ea typeface="Cambria" pitchFamily="18" charset="0"/>
              </a:rPr>
              <a:t>&amp; interpreters for programming languages are often provided to the user along with the OS</a:t>
            </a:r>
          </a:p>
        </p:txBody>
      </p:sp>
    </p:spTree>
    <p:extLst>
      <p:ext uri="{BB962C8B-B14F-4D97-AF65-F5344CB8AC3E}">
        <p14:creationId xmlns="" xmlns:p14="http://schemas.microsoft.com/office/powerpoint/2010/main" val="1831329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17"/>
            <a:ext cx="9954657" cy="492443"/>
          </a:xfrm>
        </p:spPr>
        <p:txBody>
          <a:bodyPr/>
          <a:lstStyle/>
          <a:p>
            <a:r>
              <a:rPr lang="en-US" sz="3200" spc="-35" dirty="0">
                <a:latin typeface="Cambria" pitchFamily="18" charset="0"/>
                <a:ea typeface="Cambria" pitchFamily="18" charset="0"/>
                <a:cs typeface="Caladea"/>
              </a:rPr>
              <a:t>System Programs &amp; its types</a:t>
            </a:r>
            <a:endParaRPr lang="en-US" sz="3200" dirty="0">
              <a:latin typeface="Cambria" pitchFamily="18" charset="0"/>
              <a:ea typeface="Cambria" pitchFamily="18" charset="0"/>
            </a:endParaRPr>
          </a:p>
        </p:txBody>
      </p:sp>
      <p:sp>
        <p:nvSpPr>
          <p:cNvPr id="3" name="Text Placeholder 2"/>
          <p:cNvSpPr>
            <a:spLocks noGrp="1"/>
          </p:cNvSpPr>
          <p:nvPr>
            <p:ph type="body" idx="1"/>
          </p:nvPr>
        </p:nvSpPr>
        <p:spPr>
          <a:xfrm>
            <a:off x="237290" y="523048"/>
            <a:ext cx="11787270" cy="4120398"/>
          </a:xfrm>
          <a:ln>
            <a:solidFill>
              <a:schemeClr val="accent1"/>
            </a:solidFill>
          </a:ln>
        </p:spPr>
        <p:txBody>
          <a:bodyPr/>
          <a:lstStyle/>
          <a:p>
            <a:pPr algn="just"/>
            <a:r>
              <a:rPr lang="en-US" dirty="0">
                <a:latin typeface="Cambria" pitchFamily="18" charset="0"/>
                <a:ea typeface="Cambria" pitchFamily="18" charset="0"/>
              </a:rPr>
              <a:t>5) </a:t>
            </a:r>
            <a:r>
              <a:rPr lang="en-US" sz="2400" dirty="0">
                <a:latin typeface="Cambria" pitchFamily="18" charset="0"/>
                <a:ea typeface="Cambria" pitchFamily="18" charset="0"/>
              </a:rPr>
              <a:t>Program loading &amp; execution</a:t>
            </a:r>
          </a:p>
          <a:p>
            <a:pPr marL="457200" indent="-60325" algn="just">
              <a:buFont typeface="Arial" panose="020B0604020202020204" pitchFamily="34" charset="0"/>
              <a:buChar char="•"/>
            </a:pPr>
            <a:r>
              <a:rPr lang="en-US" sz="2400" dirty="0">
                <a:latin typeface="Cambria" pitchFamily="18" charset="0"/>
                <a:ea typeface="Cambria" pitchFamily="18" charset="0"/>
              </a:rPr>
              <a:t> once a program is assembled or compiled, it must be loaded into memory to be executed.</a:t>
            </a:r>
          </a:p>
          <a:p>
            <a:pPr marL="457200" indent="-60325" algn="just">
              <a:buFont typeface="Arial" panose="020B0604020202020204" pitchFamily="34" charset="0"/>
              <a:buChar char="•"/>
            </a:pPr>
            <a:r>
              <a:rPr lang="en-US" sz="2400" dirty="0">
                <a:latin typeface="Cambria" pitchFamily="18" charset="0"/>
                <a:ea typeface="Cambria" pitchFamily="18" charset="0"/>
              </a:rPr>
              <a:t>System may provide absolute loaders, re-locatable loaders, linkage editors &amp; overlay loaders</a:t>
            </a:r>
          </a:p>
          <a:p>
            <a:pPr algn="just"/>
            <a:r>
              <a:rPr lang="en-US" sz="2400" dirty="0">
                <a:latin typeface="Cambria" pitchFamily="18" charset="0"/>
                <a:ea typeface="Cambria" pitchFamily="18" charset="0"/>
              </a:rPr>
              <a:t>6) Communications</a:t>
            </a:r>
          </a:p>
          <a:p>
            <a:pPr marL="457200" indent="-60325" algn="just">
              <a:buFont typeface="Arial" panose="020B0604020202020204" pitchFamily="34" charset="0"/>
              <a:buChar char="•"/>
            </a:pPr>
            <a:r>
              <a:rPr lang="en-US" sz="2400" dirty="0">
                <a:latin typeface="Cambria" pitchFamily="18" charset="0"/>
                <a:ea typeface="Cambria" pitchFamily="18" charset="0"/>
              </a:rPr>
              <a:t> these system programs provide mechanism for creating virtual connections among processes, users &amp; computer systems.</a:t>
            </a:r>
          </a:p>
          <a:p>
            <a:pPr marL="457200" indent="-60325" algn="just">
              <a:buFont typeface="Arial" panose="020B0604020202020204" pitchFamily="34" charset="0"/>
              <a:buChar char="•"/>
            </a:pPr>
            <a:r>
              <a:rPr lang="en-US" sz="2400" dirty="0">
                <a:latin typeface="Cambria" pitchFamily="18" charset="0"/>
                <a:ea typeface="Cambria" pitchFamily="18" charset="0"/>
              </a:rPr>
              <a:t>They allow users to send messages to one another’s screens, to browse web pages, to send e-mail messages, to log-in remotely or to transfer files from one machine to another</a:t>
            </a:r>
          </a:p>
        </p:txBody>
      </p:sp>
    </p:spTree>
    <p:extLst>
      <p:ext uri="{BB962C8B-B14F-4D97-AF65-F5344CB8AC3E}">
        <p14:creationId xmlns="" xmlns:p14="http://schemas.microsoft.com/office/powerpoint/2010/main" val="29060120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140" y="304800"/>
            <a:ext cx="2819033" cy="838200"/>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smtClean="0">
                <a:ln>
                  <a:noFill/>
                </a:ln>
                <a:solidFill>
                  <a:srgbClr val="FF0000"/>
                </a:solidFill>
                <a:effectLst/>
                <a:uLnTx/>
                <a:uFillTx/>
                <a:latin typeface="Cambria" pitchFamily="18" charset="0"/>
                <a:ea typeface="Cambria" pitchFamily="18" charset="0"/>
                <a:cs typeface="+mj-cs"/>
              </a:rPr>
              <a:t>Lecture 8</a:t>
            </a:r>
            <a:endParaRPr kumimoji="0" lang="en-US" sz="3200" b="1" i="0" u="none" strike="noStrike" kern="0" cap="none" spc="0" normalizeH="0" baseline="0" noProof="0" dirty="0">
              <a:ln>
                <a:noFill/>
              </a:ln>
              <a:solidFill>
                <a:srgbClr val="FF0000"/>
              </a:solidFill>
              <a:effectLst/>
              <a:uLnTx/>
              <a:uFillTx/>
              <a:latin typeface="Cambria" pitchFamily="18" charset="0"/>
              <a:ea typeface="Cambria" pitchFamily="18" charset="0"/>
              <a:cs typeface="+mj-cs"/>
            </a:endParaRPr>
          </a:p>
        </p:txBody>
      </p:sp>
      <p:sp>
        <p:nvSpPr>
          <p:cNvPr id="3" name="Rectangle 1"/>
          <p:cNvSpPr>
            <a:spLocks noChangeArrowheads="1"/>
          </p:cNvSpPr>
          <p:nvPr/>
        </p:nvSpPr>
        <p:spPr bwMode="auto">
          <a:xfrm>
            <a:off x="380165" y="1214422"/>
            <a:ext cx="11644395" cy="2062103"/>
          </a:xfrm>
          <a:prstGeom prst="rect">
            <a:avLst/>
          </a:prstGeom>
          <a:noFill/>
          <a:ln w="28575">
            <a:solidFill>
              <a:schemeClr val="accent5">
                <a:lumMod val="7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3200" b="1" dirty="0" smtClean="0">
                <a:latin typeface="Cambria" pitchFamily="18" charset="0"/>
                <a:ea typeface="Cambria" pitchFamily="18" charset="0"/>
                <a:cs typeface="Arial" pitchFamily="34" charset="0"/>
              </a:rPr>
              <a:t>Operating System Structure, loaders, linkers</a:t>
            </a:r>
          </a:p>
          <a:p>
            <a:pPr lvl="0" fontAlgn="base">
              <a:spcBef>
                <a:spcPct val="0"/>
              </a:spcBef>
              <a:spcAft>
                <a:spcPct val="0"/>
              </a:spcAft>
            </a:pPr>
            <a:endParaRPr lang="en-US" sz="3200" b="1" dirty="0" smtClean="0">
              <a:latin typeface="Cambria" pitchFamily="18" charset="0"/>
              <a:ea typeface="Cambria" pitchFamily="18" charset="0"/>
              <a:cs typeface="Arial" pitchFamily="34" charset="0"/>
            </a:endParaRP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LO1: Outline the need for separating the features </a:t>
            </a: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LO2: Describe different structures of OS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5852" y="142852"/>
            <a:ext cx="9954657" cy="553998"/>
          </a:xfrm>
        </p:spPr>
        <p:txBody>
          <a:bodyPr/>
          <a:lstStyle/>
          <a:p>
            <a:r>
              <a:rPr lang="en-US" sz="3600" dirty="0">
                <a:latin typeface="Cambria" pitchFamily="18" charset="0"/>
                <a:ea typeface="Cambria" pitchFamily="18" charset="0"/>
              </a:rPr>
              <a:t>Loaders</a:t>
            </a:r>
          </a:p>
        </p:txBody>
      </p:sp>
      <p:sp>
        <p:nvSpPr>
          <p:cNvPr id="3" name="Text Placeholder 2"/>
          <p:cNvSpPr>
            <a:spLocks noGrp="1"/>
          </p:cNvSpPr>
          <p:nvPr>
            <p:ph type="body" idx="1"/>
          </p:nvPr>
        </p:nvSpPr>
        <p:spPr>
          <a:xfrm>
            <a:off x="165852" y="785794"/>
            <a:ext cx="11787270" cy="3016210"/>
          </a:xfrm>
          <a:ln>
            <a:solidFill>
              <a:schemeClr val="accent1"/>
            </a:solidFill>
          </a:ln>
        </p:spPr>
        <p:txBody>
          <a:bodyPr/>
          <a:lstStyle/>
          <a:p>
            <a:pPr marL="457200" indent="-457200" algn="just">
              <a:buFont typeface="Wingdings" panose="05000000000000000000" pitchFamily="2" charset="2"/>
              <a:buChar char="Ø"/>
            </a:pPr>
            <a:r>
              <a:rPr lang="en-US" dirty="0">
                <a:latin typeface="Cambria" pitchFamily="18" charset="0"/>
                <a:ea typeface="Cambria" pitchFamily="18" charset="0"/>
              </a:rPr>
              <a:t>The Source Program written in assembly language or high level language will be converted to object program, which is in the machine language form for execution. </a:t>
            </a:r>
          </a:p>
          <a:p>
            <a:pPr marL="457200" indent="-457200" algn="just">
              <a:buFont typeface="Wingdings" panose="05000000000000000000" pitchFamily="2" charset="2"/>
              <a:buChar char="Ø"/>
            </a:pPr>
            <a:r>
              <a:rPr lang="en-US" dirty="0">
                <a:latin typeface="Cambria" pitchFamily="18" charset="0"/>
                <a:ea typeface="Cambria" pitchFamily="18" charset="0"/>
              </a:rPr>
              <a:t>This conversion either from assembler or from compiler, contains translated instructions and data values from the source program, or specifies addresses in primary memory where these items are to be loaded for execution</a:t>
            </a:r>
            <a:r>
              <a:rPr lang="en-US" dirty="0" smtClean="0">
                <a:latin typeface="Cambria" pitchFamily="18" charset="0"/>
                <a:ea typeface="Cambria" pitchFamily="18" charset="0"/>
              </a:rPr>
              <a:t>.</a:t>
            </a:r>
            <a:endParaRPr lang="en-US" dirty="0">
              <a:latin typeface="Cambria" pitchFamily="18" charset="0"/>
              <a:ea typeface="Cambria" pitchFamily="18" charset="0"/>
            </a:endParaRPr>
          </a:p>
        </p:txBody>
      </p:sp>
    </p:spTree>
    <p:extLst>
      <p:ext uri="{BB962C8B-B14F-4D97-AF65-F5344CB8AC3E}">
        <p14:creationId xmlns="" xmlns:p14="http://schemas.microsoft.com/office/powerpoint/2010/main" val="503507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5852" y="142852"/>
            <a:ext cx="9954657" cy="553998"/>
          </a:xfrm>
        </p:spPr>
        <p:txBody>
          <a:bodyPr/>
          <a:lstStyle/>
          <a:p>
            <a:r>
              <a:rPr lang="en-US" sz="3600" dirty="0">
                <a:latin typeface="Cambria" pitchFamily="18" charset="0"/>
                <a:ea typeface="Cambria" pitchFamily="18" charset="0"/>
              </a:rPr>
              <a:t>Loaders</a:t>
            </a:r>
          </a:p>
        </p:txBody>
      </p:sp>
      <p:sp>
        <p:nvSpPr>
          <p:cNvPr id="3" name="Text Placeholder 2"/>
          <p:cNvSpPr>
            <a:spLocks noGrp="1"/>
          </p:cNvSpPr>
          <p:nvPr>
            <p:ph type="body" idx="1"/>
          </p:nvPr>
        </p:nvSpPr>
        <p:spPr>
          <a:xfrm>
            <a:off x="165852" y="785794"/>
            <a:ext cx="11787270" cy="3877985"/>
          </a:xfrm>
          <a:ln>
            <a:solidFill>
              <a:schemeClr val="accent1"/>
            </a:solidFill>
          </a:ln>
        </p:spPr>
        <p:txBody>
          <a:bodyPr/>
          <a:lstStyle/>
          <a:p>
            <a:pPr marL="457200" indent="-457200">
              <a:buFont typeface="Wingdings" panose="05000000000000000000" pitchFamily="2" charset="2"/>
              <a:buChar char="Ø"/>
            </a:pPr>
            <a:r>
              <a:rPr lang="en-US" dirty="0">
                <a:latin typeface="Cambria" pitchFamily="18" charset="0"/>
                <a:ea typeface="Cambria" pitchFamily="18" charset="0"/>
              </a:rPr>
              <a:t>This contains following 3 processes, and they are,</a:t>
            </a:r>
          </a:p>
          <a:p>
            <a:pPr marL="514350" indent="-117475">
              <a:buFont typeface="+mj-lt"/>
              <a:buAutoNum type="arabicParenR"/>
            </a:pPr>
            <a:r>
              <a:rPr lang="en-US" dirty="0">
                <a:latin typeface="Cambria" pitchFamily="18" charset="0"/>
                <a:ea typeface="Cambria" pitchFamily="18" charset="0"/>
              </a:rPr>
              <a:t> </a:t>
            </a:r>
            <a:r>
              <a:rPr lang="en-US" b="1" dirty="0">
                <a:latin typeface="Cambria" pitchFamily="18" charset="0"/>
                <a:ea typeface="Cambria" pitchFamily="18" charset="0"/>
              </a:rPr>
              <a:t> Loading </a:t>
            </a:r>
            <a:r>
              <a:rPr lang="en-US" dirty="0">
                <a:latin typeface="Cambria" pitchFamily="18" charset="0"/>
                <a:ea typeface="Cambria" pitchFamily="18" charset="0"/>
              </a:rPr>
              <a:t>- which allocates memory location and brings the object program into memory for execution - (Loader)</a:t>
            </a:r>
          </a:p>
          <a:p>
            <a:pPr marL="514350" indent="-117475">
              <a:buFont typeface="+mj-lt"/>
              <a:buAutoNum type="arabicParenR"/>
            </a:pPr>
            <a:r>
              <a:rPr lang="en-US" b="1" dirty="0">
                <a:latin typeface="Cambria" pitchFamily="18" charset="0"/>
                <a:ea typeface="Cambria" pitchFamily="18" charset="0"/>
              </a:rPr>
              <a:t>Linking</a:t>
            </a:r>
            <a:r>
              <a:rPr lang="en-US" dirty="0">
                <a:latin typeface="Cambria" pitchFamily="18" charset="0"/>
                <a:ea typeface="Cambria" pitchFamily="18" charset="0"/>
              </a:rPr>
              <a:t>- which combines two or more separate object programs and supplies the information needed to allow references between them - (Linker)</a:t>
            </a:r>
          </a:p>
          <a:p>
            <a:pPr marL="514350" indent="-117475">
              <a:buFont typeface="+mj-lt"/>
              <a:buAutoNum type="arabicParenR"/>
            </a:pPr>
            <a:r>
              <a:rPr lang="en-US" b="1" dirty="0">
                <a:latin typeface="Cambria" pitchFamily="18" charset="0"/>
                <a:ea typeface="Cambria" pitchFamily="18" charset="0"/>
              </a:rPr>
              <a:t>Relocation </a:t>
            </a:r>
            <a:r>
              <a:rPr lang="en-US" dirty="0">
                <a:latin typeface="Cambria" pitchFamily="18" charset="0"/>
                <a:ea typeface="Cambria" pitchFamily="18" charset="0"/>
              </a:rPr>
              <a:t>- which modifies the object program so that it can be loaded at an address different from the location originally specified - (Linking Loader)</a:t>
            </a:r>
          </a:p>
        </p:txBody>
      </p:sp>
    </p:spTree>
    <p:extLst>
      <p:ext uri="{BB962C8B-B14F-4D97-AF65-F5344CB8AC3E}">
        <p14:creationId xmlns="" xmlns:p14="http://schemas.microsoft.com/office/powerpoint/2010/main" val="7365151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2" y="0"/>
            <a:ext cx="9954657" cy="430887"/>
          </a:xfrm>
        </p:spPr>
        <p:txBody>
          <a:bodyPr/>
          <a:lstStyle/>
          <a:p>
            <a:r>
              <a:rPr lang="en-GB" dirty="0">
                <a:latin typeface="Cambria" pitchFamily="18" charset="0"/>
                <a:ea typeface="Cambria" pitchFamily="18" charset="0"/>
              </a:rPr>
              <a:t>Loader and Linker</a:t>
            </a:r>
            <a:endParaRPr lang="en-IN" dirty="0">
              <a:latin typeface="Cambria" pitchFamily="18" charset="0"/>
              <a:ea typeface="Cambria" pitchFamily="18" charset="0"/>
            </a:endParaRPr>
          </a:p>
        </p:txBody>
      </p:sp>
      <p:sp>
        <p:nvSpPr>
          <p:cNvPr id="3" name="Text Placeholder 2"/>
          <p:cNvSpPr>
            <a:spLocks noGrp="1"/>
          </p:cNvSpPr>
          <p:nvPr>
            <p:ph type="body" idx="1"/>
          </p:nvPr>
        </p:nvSpPr>
        <p:spPr>
          <a:xfrm>
            <a:off x="1174615" y="1048248"/>
            <a:ext cx="9841184" cy="430887"/>
          </a:xfrm>
        </p:spPr>
        <p:txBody>
          <a:bodyPr/>
          <a:lstStyle/>
          <a:p>
            <a:endParaRPr lang="en-IN">
              <a:latin typeface="Cambria" pitchFamily="18" charset="0"/>
              <a:ea typeface="Cambria" pitchFamily="18" charset="0"/>
            </a:endParaRPr>
          </a:p>
        </p:txBody>
      </p:sp>
      <p:pic>
        <p:nvPicPr>
          <p:cNvPr id="1026" name="Picture 2" descr="Difference between Linker and Loader - GeeksforGeeks"/>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65852" y="540873"/>
            <a:ext cx="11430080" cy="5857916"/>
          </a:xfrm>
          <a:prstGeom prst="rect">
            <a:avLst/>
          </a:prstGeom>
          <a:noFill/>
          <a:ln>
            <a:solidFill>
              <a:schemeClr val="accent1"/>
            </a:solidFill>
          </a:ln>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41115347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6"/>
            <a:ext cx="9954657" cy="553998"/>
          </a:xfrm>
        </p:spPr>
        <p:txBody>
          <a:bodyPr/>
          <a:lstStyle/>
          <a:p>
            <a:r>
              <a:rPr lang="en-US" sz="3600" dirty="0">
                <a:latin typeface="Cambria" pitchFamily="18" charset="0"/>
                <a:ea typeface="Cambria" pitchFamily="18" charset="0"/>
              </a:rPr>
              <a:t>Basic Loader function</a:t>
            </a:r>
          </a:p>
        </p:txBody>
      </p:sp>
      <p:sp>
        <p:nvSpPr>
          <p:cNvPr id="3" name="Text Placeholder 2"/>
          <p:cNvSpPr>
            <a:spLocks noGrp="1"/>
          </p:cNvSpPr>
          <p:nvPr>
            <p:ph type="body" idx="1"/>
          </p:nvPr>
        </p:nvSpPr>
        <p:spPr>
          <a:xfrm>
            <a:off x="523042" y="685802"/>
            <a:ext cx="11430080" cy="957248"/>
          </a:xfrm>
          <a:ln>
            <a:solidFill>
              <a:schemeClr val="accent1"/>
            </a:solidFill>
          </a:ln>
        </p:spPr>
        <p:txBody>
          <a:bodyPr/>
          <a:lstStyle/>
          <a:p>
            <a:r>
              <a:rPr lang="en-US" dirty="0">
                <a:latin typeface="Cambria" pitchFamily="18" charset="0"/>
                <a:ea typeface="Cambria" pitchFamily="18" charset="0"/>
              </a:rPr>
              <a:t>A loader is a system program that performs the loading function. It brings object program into memory and starts its execution.</a:t>
            </a:r>
          </a:p>
          <a:p>
            <a:endParaRPr lang="en-US" dirty="0">
              <a:latin typeface="Cambria" pitchFamily="18" charset="0"/>
              <a:ea typeface="Cambria" pitchFamily="18" charset="0"/>
            </a:endParaRPr>
          </a:p>
        </p:txBody>
      </p:sp>
      <p:pic>
        <p:nvPicPr>
          <p:cNvPr id="4" name="Picture 3"/>
          <p:cNvPicPr>
            <a:picLocks noChangeAspect="1"/>
          </p:cNvPicPr>
          <p:nvPr/>
        </p:nvPicPr>
        <p:blipFill>
          <a:blip r:embed="rId2"/>
          <a:stretch>
            <a:fillRect/>
          </a:stretch>
        </p:blipFill>
        <p:spPr>
          <a:xfrm>
            <a:off x="523042" y="1714488"/>
            <a:ext cx="11358642" cy="4714908"/>
          </a:xfrm>
          <a:prstGeom prst="rect">
            <a:avLst/>
          </a:prstGeom>
          <a:ln>
            <a:solidFill>
              <a:schemeClr val="accent1"/>
            </a:solidFill>
          </a:ln>
        </p:spPr>
      </p:pic>
    </p:spTree>
    <p:extLst>
      <p:ext uri="{BB962C8B-B14F-4D97-AF65-F5344CB8AC3E}">
        <p14:creationId xmlns="" xmlns:p14="http://schemas.microsoft.com/office/powerpoint/2010/main" val="26528597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6"/>
            <a:ext cx="9954657" cy="553998"/>
          </a:xfrm>
        </p:spPr>
        <p:txBody>
          <a:bodyPr/>
          <a:lstStyle/>
          <a:p>
            <a:r>
              <a:rPr lang="en-US" sz="3600" dirty="0">
                <a:latin typeface="Cambria" pitchFamily="18" charset="0"/>
                <a:ea typeface="Cambria" pitchFamily="18" charset="0"/>
              </a:rPr>
              <a:t>Types of Loaders</a:t>
            </a:r>
          </a:p>
        </p:txBody>
      </p:sp>
      <p:sp>
        <p:nvSpPr>
          <p:cNvPr id="3" name="Text Placeholder 2"/>
          <p:cNvSpPr>
            <a:spLocks noGrp="1"/>
          </p:cNvSpPr>
          <p:nvPr>
            <p:ph type="body" idx="1"/>
          </p:nvPr>
        </p:nvSpPr>
        <p:spPr>
          <a:xfrm>
            <a:off x="308727" y="500042"/>
            <a:ext cx="11881685" cy="3016210"/>
          </a:xfrm>
          <a:ln>
            <a:solidFill>
              <a:schemeClr val="accent1"/>
            </a:solidFill>
          </a:ln>
        </p:spPr>
        <p:txBody>
          <a:bodyPr/>
          <a:lstStyle/>
          <a:p>
            <a:pPr marL="457200" indent="-457200">
              <a:buFont typeface="Wingdings" panose="05000000000000000000" pitchFamily="2" charset="2"/>
              <a:buChar char="Ø"/>
            </a:pPr>
            <a:r>
              <a:rPr lang="en-US" dirty="0">
                <a:solidFill>
                  <a:srgbClr val="FF0000"/>
                </a:solidFill>
                <a:latin typeface="Cambria" pitchFamily="18" charset="0"/>
                <a:ea typeface="Cambria" pitchFamily="18" charset="0"/>
              </a:rPr>
              <a:t>Absolute Loader</a:t>
            </a:r>
          </a:p>
          <a:p>
            <a:pPr marL="457200">
              <a:buFont typeface="Wingdings" panose="05000000000000000000" pitchFamily="2" charset="2"/>
              <a:buChar char="Ø"/>
            </a:pPr>
            <a:r>
              <a:rPr lang="en-US" sz="2400" dirty="0">
                <a:latin typeface="Cambria" pitchFamily="18" charset="0"/>
                <a:ea typeface="Cambria" pitchFamily="18" charset="0"/>
              </a:rPr>
              <a:t>The object code is loaded to specified locations in the memory. </a:t>
            </a:r>
          </a:p>
          <a:p>
            <a:pPr marL="457200" indent="-60325">
              <a:buFont typeface="Wingdings" panose="05000000000000000000" pitchFamily="2" charset="2"/>
              <a:buChar char="Ø"/>
            </a:pPr>
            <a:r>
              <a:rPr lang="en-US" sz="2400" dirty="0">
                <a:latin typeface="Cambria" pitchFamily="18" charset="0"/>
                <a:ea typeface="Cambria" pitchFamily="18" charset="0"/>
              </a:rPr>
              <a:t>At the end the loader jumps to the specified address to begin execution of the loaded program.</a:t>
            </a:r>
          </a:p>
          <a:p>
            <a:pPr marL="457200" indent="-60325">
              <a:buFont typeface="Wingdings" panose="05000000000000000000" pitchFamily="2" charset="2"/>
              <a:buChar char="Ø"/>
            </a:pPr>
            <a:r>
              <a:rPr lang="en-US" sz="2400" dirty="0">
                <a:latin typeface="Cambria" pitchFamily="18" charset="0"/>
                <a:ea typeface="Cambria" pitchFamily="18" charset="0"/>
              </a:rPr>
              <a:t>The advantage of absolute loader is </a:t>
            </a:r>
            <a:r>
              <a:rPr lang="en-US" sz="2400" dirty="0">
                <a:solidFill>
                  <a:srgbClr val="FF0000"/>
                </a:solidFill>
                <a:latin typeface="Cambria" pitchFamily="18" charset="0"/>
                <a:ea typeface="Cambria" pitchFamily="18" charset="0"/>
              </a:rPr>
              <a:t>simple and efficient</a:t>
            </a:r>
            <a:r>
              <a:rPr lang="en-US" sz="2400" dirty="0">
                <a:latin typeface="Cambria" pitchFamily="18" charset="0"/>
                <a:ea typeface="Cambria" pitchFamily="18" charset="0"/>
              </a:rPr>
              <a:t>. </a:t>
            </a:r>
          </a:p>
          <a:p>
            <a:pPr marL="457200" indent="-60325">
              <a:buFont typeface="Wingdings" panose="05000000000000000000" pitchFamily="2" charset="2"/>
              <a:buChar char="Ø"/>
            </a:pPr>
            <a:r>
              <a:rPr lang="en-US" sz="2400" dirty="0">
                <a:latin typeface="Cambria" pitchFamily="18" charset="0"/>
                <a:ea typeface="Cambria" pitchFamily="18" charset="0"/>
              </a:rPr>
              <a:t>But the disadvantages are, the need for programmer to specify the actual address, and, difficult to use subroutine libraries.</a:t>
            </a:r>
          </a:p>
          <a:p>
            <a:pPr marL="457200" indent="-60325">
              <a:buFont typeface="Wingdings" panose="05000000000000000000" pitchFamily="2" charset="2"/>
              <a:buChar char="Ø"/>
            </a:pPr>
            <a:endParaRPr lang="en-US" sz="2400" dirty="0">
              <a:latin typeface="Cambria" pitchFamily="18" charset="0"/>
              <a:ea typeface="Cambria" pitchFamily="18" charset="0"/>
            </a:endParaRPr>
          </a:p>
        </p:txBody>
      </p:sp>
      <p:pic>
        <p:nvPicPr>
          <p:cNvPr id="4" name="Picture 3"/>
          <p:cNvPicPr>
            <a:picLocks noChangeAspect="1"/>
          </p:cNvPicPr>
          <p:nvPr/>
        </p:nvPicPr>
        <p:blipFill>
          <a:blip r:embed="rId2"/>
          <a:stretch>
            <a:fillRect/>
          </a:stretch>
        </p:blipFill>
        <p:spPr>
          <a:xfrm>
            <a:off x="808794" y="3357562"/>
            <a:ext cx="9572692" cy="3295650"/>
          </a:xfrm>
          <a:prstGeom prst="rect">
            <a:avLst/>
          </a:prstGeom>
          <a:ln>
            <a:solidFill>
              <a:schemeClr val="accent1"/>
            </a:solidFill>
          </a:ln>
        </p:spPr>
      </p:pic>
    </p:spTree>
    <p:extLst>
      <p:ext uri="{BB962C8B-B14F-4D97-AF65-F5344CB8AC3E}">
        <p14:creationId xmlns="" xmlns:p14="http://schemas.microsoft.com/office/powerpoint/2010/main" val="25584870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7"/>
            <a:ext cx="9954657" cy="430887"/>
          </a:xfrm>
        </p:spPr>
        <p:txBody>
          <a:bodyPr/>
          <a:lstStyle/>
          <a:p>
            <a:r>
              <a:rPr lang="en-US" dirty="0">
                <a:latin typeface="Cambria" pitchFamily="18" charset="0"/>
                <a:ea typeface="Cambria" pitchFamily="18" charset="0"/>
              </a:rPr>
              <a:t>Types of Loaders</a:t>
            </a:r>
          </a:p>
        </p:txBody>
      </p:sp>
      <p:sp>
        <p:nvSpPr>
          <p:cNvPr id="3" name="Text Placeholder 2"/>
          <p:cNvSpPr>
            <a:spLocks noGrp="1"/>
          </p:cNvSpPr>
          <p:nvPr>
            <p:ph type="body" idx="1"/>
          </p:nvPr>
        </p:nvSpPr>
        <p:spPr>
          <a:xfrm>
            <a:off x="237290" y="609602"/>
            <a:ext cx="11715832" cy="4308872"/>
          </a:xfrm>
          <a:ln>
            <a:solidFill>
              <a:schemeClr val="accent1"/>
            </a:solidFill>
          </a:ln>
        </p:spPr>
        <p:txBody>
          <a:bodyPr/>
          <a:lstStyle/>
          <a:p>
            <a:r>
              <a:rPr lang="en-US" dirty="0">
                <a:solidFill>
                  <a:srgbClr val="FF0000"/>
                </a:solidFill>
                <a:latin typeface="Cambria" pitchFamily="18" charset="0"/>
                <a:ea typeface="Cambria" pitchFamily="18" charset="0"/>
              </a:rPr>
              <a:t>A Simple Bootstrap loader</a:t>
            </a:r>
          </a:p>
          <a:p>
            <a:pPr marL="457200" indent="-457200">
              <a:buFont typeface="Wingdings" panose="05000000000000000000" pitchFamily="2" charset="2"/>
              <a:buChar char="Ø"/>
            </a:pPr>
            <a:r>
              <a:rPr lang="en-US" dirty="0">
                <a:latin typeface="Cambria" pitchFamily="18" charset="0"/>
                <a:ea typeface="Cambria" pitchFamily="18" charset="0"/>
              </a:rPr>
              <a:t>When a computer is first turned on or restarted, a special type of absolute loader, called bootstrap loader is executed. </a:t>
            </a:r>
          </a:p>
          <a:p>
            <a:pPr marL="457200" indent="-457200">
              <a:buFont typeface="Wingdings" panose="05000000000000000000" pitchFamily="2" charset="2"/>
              <a:buChar char="Ø"/>
            </a:pPr>
            <a:r>
              <a:rPr lang="en-US" dirty="0">
                <a:latin typeface="Cambria" pitchFamily="18" charset="0"/>
                <a:ea typeface="Cambria" pitchFamily="18" charset="0"/>
              </a:rPr>
              <a:t>This bootstrap </a:t>
            </a:r>
            <a:r>
              <a:rPr lang="en-US" dirty="0">
                <a:solidFill>
                  <a:srgbClr val="FF0000"/>
                </a:solidFill>
                <a:latin typeface="Cambria" pitchFamily="18" charset="0"/>
                <a:ea typeface="Cambria" pitchFamily="18" charset="0"/>
              </a:rPr>
              <a:t>loads the first program </a:t>
            </a:r>
            <a:r>
              <a:rPr lang="en-US" dirty="0">
                <a:latin typeface="Cambria" pitchFamily="18" charset="0"/>
                <a:ea typeface="Cambria" pitchFamily="18" charset="0"/>
              </a:rPr>
              <a:t>to be run by the computer -- usually an operating system. </a:t>
            </a:r>
          </a:p>
          <a:p>
            <a:pPr marL="457200" indent="-457200">
              <a:buFont typeface="Wingdings" panose="05000000000000000000" pitchFamily="2" charset="2"/>
              <a:buChar char="Ø"/>
            </a:pPr>
            <a:r>
              <a:rPr lang="en-US" dirty="0">
                <a:latin typeface="Cambria" pitchFamily="18" charset="0"/>
                <a:ea typeface="Cambria" pitchFamily="18" charset="0"/>
              </a:rPr>
              <a:t>The bootstrap itself begins at address 0. It loads the OS starting address 0x80. </a:t>
            </a:r>
          </a:p>
          <a:p>
            <a:pPr marL="457200" indent="-457200">
              <a:buFont typeface="Wingdings" panose="05000000000000000000" pitchFamily="2" charset="2"/>
              <a:buChar char="Ø"/>
            </a:pPr>
            <a:r>
              <a:rPr lang="en-US" dirty="0">
                <a:latin typeface="Cambria" pitchFamily="18" charset="0"/>
                <a:ea typeface="Cambria" pitchFamily="18" charset="0"/>
              </a:rPr>
              <a:t>No header record or control information, the object code is consecutive bytes of memory.</a:t>
            </a:r>
          </a:p>
          <a:p>
            <a:pPr marL="457200" indent="-457200">
              <a:buFont typeface="Wingdings" panose="05000000000000000000" pitchFamily="2" charset="2"/>
              <a:buChar char="Ø"/>
            </a:pPr>
            <a:endParaRPr lang="en-US" dirty="0">
              <a:latin typeface="Cambria" pitchFamily="18" charset="0"/>
              <a:ea typeface="Cambria" pitchFamily="18" charset="0"/>
            </a:endParaRPr>
          </a:p>
        </p:txBody>
      </p:sp>
    </p:spTree>
    <p:extLst>
      <p:ext uri="{BB962C8B-B14F-4D97-AF65-F5344CB8AC3E}">
        <p14:creationId xmlns="" xmlns:p14="http://schemas.microsoft.com/office/powerpoint/2010/main" val="34211897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7"/>
            <a:ext cx="9954657" cy="430887"/>
          </a:xfrm>
        </p:spPr>
        <p:txBody>
          <a:bodyPr/>
          <a:lstStyle/>
          <a:p>
            <a:r>
              <a:rPr lang="en-US" dirty="0">
                <a:latin typeface="Cambria" pitchFamily="18" charset="0"/>
                <a:ea typeface="Cambria" pitchFamily="18" charset="0"/>
              </a:rPr>
              <a:t>Types of Loaders</a:t>
            </a:r>
          </a:p>
        </p:txBody>
      </p:sp>
      <p:sp>
        <p:nvSpPr>
          <p:cNvPr id="3" name="Text Placeholder 2"/>
          <p:cNvSpPr>
            <a:spLocks noGrp="1"/>
          </p:cNvSpPr>
          <p:nvPr>
            <p:ph type="body" idx="1"/>
          </p:nvPr>
        </p:nvSpPr>
        <p:spPr>
          <a:xfrm>
            <a:off x="237290" y="685811"/>
            <a:ext cx="11715832" cy="3816429"/>
          </a:xfrm>
          <a:ln>
            <a:solidFill>
              <a:schemeClr val="accent1"/>
            </a:solidFill>
          </a:ln>
        </p:spPr>
        <p:txBody>
          <a:bodyPr/>
          <a:lstStyle/>
          <a:p>
            <a:r>
              <a:rPr lang="en-US" dirty="0">
                <a:solidFill>
                  <a:srgbClr val="FF0000"/>
                </a:solidFill>
                <a:latin typeface="Cambria" pitchFamily="18" charset="0"/>
                <a:ea typeface="Cambria" pitchFamily="18" charset="0"/>
              </a:rPr>
              <a:t>Relocatable loaders</a:t>
            </a:r>
          </a:p>
          <a:p>
            <a:pPr marL="457200" indent="-457200">
              <a:buFont typeface="Wingdings" panose="05000000000000000000" pitchFamily="2" charset="2"/>
              <a:buChar char="Ø"/>
            </a:pPr>
            <a:r>
              <a:rPr lang="en-US" sz="2400" dirty="0">
                <a:latin typeface="Cambria" pitchFamily="18" charset="0"/>
                <a:ea typeface="Cambria" pitchFamily="18" charset="0"/>
              </a:rPr>
              <a:t>The concept of program relocation is, the execution of the object program using any part of the </a:t>
            </a:r>
            <a:r>
              <a:rPr lang="en-US" sz="2400" dirty="0">
                <a:solidFill>
                  <a:srgbClr val="FF0000"/>
                </a:solidFill>
                <a:latin typeface="Cambria" pitchFamily="18" charset="0"/>
                <a:ea typeface="Cambria" pitchFamily="18" charset="0"/>
              </a:rPr>
              <a:t>available and sufficient memory</a:t>
            </a:r>
            <a:r>
              <a:rPr lang="en-US" sz="2400" dirty="0">
                <a:latin typeface="Cambria" pitchFamily="18" charset="0"/>
                <a:ea typeface="Cambria" pitchFamily="18" charset="0"/>
              </a:rPr>
              <a:t>. </a:t>
            </a:r>
          </a:p>
          <a:p>
            <a:pPr marL="457200" indent="-457200">
              <a:buFont typeface="Wingdings" panose="05000000000000000000" pitchFamily="2" charset="2"/>
              <a:buChar char="Ø"/>
            </a:pPr>
            <a:r>
              <a:rPr lang="en-US" sz="2400" dirty="0">
                <a:latin typeface="Cambria" pitchFamily="18" charset="0"/>
                <a:ea typeface="Cambria" pitchFamily="18" charset="0"/>
              </a:rPr>
              <a:t>The object program is loaded into memory wherever there is room for it. </a:t>
            </a:r>
          </a:p>
          <a:p>
            <a:pPr marL="457200" indent="-457200">
              <a:buFont typeface="Wingdings" panose="05000000000000000000" pitchFamily="2" charset="2"/>
              <a:buChar char="Ø"/>
            </a:pPr>
            <a:r>
              <a:rPr lang="en-US" sz="2400" dirty="0">
                <a:latin typeface="Cambria" pitchFamily="18" charset="0"/>
                <a:ea typeface="Cambria" pitchFamily="18" charset="0"/>
              </a:rPr>
              <a:t>The actual starting address of the object program is not known until load time. </a:t>
            </a:r>
          </a:p>
          <a:p>
            <a:pPr marL="457200" indent="-457200">
              <a:buFont typeface="Wingdings" panose="05000000000000000000" pitchFamily="2" charset="2"/>
              <a:buChar char="Ø"/>
            </a:pPr>
            <a:r>
              <a:rPr lang="en-US" sz="2400" dirty="0">
                <a:latin typeface="Cambria" pitchFamily="18" charset="0"/>
                <a:ea typeface="Cambria" pitchFamily="18" charset="0"/>
              </a:rPr>
              <a:t>Relocation provides the efficient sharing of the machine with larger memory and when several independent programs are to be run together. </a:t>
            </a:r>
          </a:p>
          <a:p>
            <a:pPr marL="457200" indent="-457200">
              <a:buFont typeface="Wingdings" panose="05000000000000000000" pitchFamily="2" charset="2"/>
              <a:buChar char="Ø"/>
            </a:pPr>
            <a:r>
              <a:rPr lang="en-US" sz="2400" dirty="0">
                <a:latin typeface="Cambria" pitchFamily="18" charset="0"/>
                <a:ea typeface="Cambria" pitchFamily="18" charset="0"/>
              </a:rPr>
              <a:t>It also supports the use of subroutine libraries efficiently. Loaders that </a:t>
            </a:r>
            <a:r>
              <a:rPr lang="en-US" sz="2400" dirty="0">
                <a:solidFill>
                  <a:srgbClr val="FF0000"/>
                </a:solidFill>
                <a:latin typeface="Cambria" pitchFamily="18" charset="0"/>
                <a:ea typeface="Cambria" pitchFamily="18" charset="0"/>
              </a:rPr>
              <a:t>allow for program relocation </a:t>
            </a:r>
            <a:r>
              <a:rPr lang="en-US" sz="2400" dirty="0">
                <a:latin typeface="Cambria" pitchFamily="18" charset="0"/>
                <a:ea typeface="Cambria" pitchFamily="18" charset="0"/>
              </a:rPr>
              <a:t>are called relocating loaders or relative loaders.</a:t>
            </a:r>
          </a:p>
          <a:p>
            <a:pPr marL="457200" indent="-457200">
              <a:buFont typeface="Wingdings" panose="05000000000000000000" pitchFamily="2" charset="2"/>
              <a:buChar char="Ø"/>
            </a:pPr>
            <a:endParaRPr lang="en-US" dirty="0">
              <a:latin typeface="Cambria" pitchFamily="18" charset="0"/>
              <a:ea typeface="Cambria" pitchFamily="18" charset="0"/>
            </a:endParaRPr>
          </a:p>
        </p:txBody>
      </p:sp>
    </p:spTree>
    <p:extLst>
      <p:ext uri="{BB962C8B-B14F-4D97-AF65-F5344CB8AC3E}">
        <p14:creationId xmlns="" xmlns:p14="http://schemas.microsoft.com/office/powerpoint/2010/main" val="13015747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37290" y="142852"/>
            <a:ext cx="9954657" cy="430887"/>
          </a:xfrm>
        </p:spPr>
        <p:txBody>
          <a:bodyPr/>
          <a:lstStyle/>
          <a:p>
            <a:r>
              <a:rPr lang="en-US" dirty="0">
                <a:latin typeface="Cambria" pitchFamily="18" charset="0"/>
                <a:ea typeface="Cambria" pitchFamily="18" charset="0"/>
              </a:rPr>
              <a:t>Types of loaders</a:t>
            </a:r>
          </a:p>
        </p:txBody>
      </p:sp>
      <p:sp>
        <p:nvSpPr>
          <p:cNvPr id="3" name="Text Placeholder 2"/>
          <p:cNvSpPr>
            <a:spLocks noGrp="1"/>
          </p:cNvSpPr>
          <p:nvPr>
            <p:ph type="body" idx="1"/>
          </p:nvPr>
        </p:nvSpPr>
        <p:spPr>
          <a:xfrm>
            <a:off x="237290" y="685802"/>
            <a:ext cx="11715832" cy="4457710"/>
          </a:xfrm>
          <a:ln>
            <a:solidFill>
              <a:schemeClr val="accent1"/>
            </a:solidFill>
          </a:ln>
        </p:spPr>
        <p:txBody>
          <a:bodyPr/>
          <a:lstStyle/>
          <a:p>
            <a:r>
              <a:rPr lang="en-US" dirty="0">
                <a:solidFill>
                  <a:srgbClr val="FF0000"/>
                </a:solidFill>
                <a:latin typeface="Cambria" pitchFamily="18" charset="0"/>
                <a:ea typeface="Cambria" pitchFamily="18" charset="0"/>
              </a:rPr>
              <a:t>Relocation Loader</a:t>
            </a:r>
            <a:r>
              <a:rPr lang="en-US" dirty="0">
                <a:latin typeface="Cambria" pitchFamily="18" charset="0"/>
                <a:ea typeface="Cambria" pitchFamily="18" charset="0"/>
              </a:rPr>
              <a:t>  </a:t>
            </a:r>
          </a:p>
          <a:p>
            <a:pPr marL="457200" indent="-457200" algn="just">
              <a:buFont typeface="Wingdings" panose="05000000000000000000" pitchFamily="2" charset="2"/>
              <a:buChar char="Ø"/>
            </a:pPr>
            <a:r>
              <a:rPr lang="en-US" dirty="0">
                <a:latin typeface="Cambria" pitchFamily="18" charset="0"/>
                <a:ea typeface="Cambria" pitchFamily="18" charset="0"/>
              </a:rPr>
              <a:t>Another function commonly performed by a loader is that of program  re – location. </a:t>
            </a:r>
          </a:p>
          <a:p>
            <a:pPr marL="457200" indent="-457200" algn="just">
              <a:buFont typeface="Wingdings" panose="05000000000000000000" pitchFamily="2" charset="2"/>
              <a:buChar char="Ø"/>
            </a:pPr>
            <a:r>
              <a:rPr lang="en-US" dirty="0">
                <a:latin typeface="Cambria" pitchFamily="18" charset="0"/>
                <a:ea typeface="Cambria" pitchFamily="18" charset="0"/>
              </a:rPr>
              <a:t>Relocation is simply </a:t>
            </a:r>
            <a:r>
              <a:rPr lang="en-US" dirty="0">
                <a:solidFill>
                  <a:srgbClr val="FF0000"/>
                </a:solidFill>
                <a:latin typeface="Cambria" pitchFamily="18" charset="0"/>
                <a:ea typeface="Cambria" pitchFamily="18" charset="0"/>
              </a:rPr>
              <a:t>moving a program from one area to another </a:t>
            </a:r>
            <a:r>
              <a:rPr lang="en-US" dirty="0">
                <a:latin typeface="Cambria" pitchFamily="18" charset="0"/>
                <a:ea typeface="Cambria" pitchFamily="18" charset="0"/>
              </a:rPr>
              <a:t> in the storage. </a:t>
            </a:r>
          </a:p>
          <a:p>
            <a:pPr marL="457200" indent="-457200" algn="just">
              <a:buFont typeface="Wingdings" panose="05000000000000000000" pitchFamily="2" charset="2"/>
              <a:buChar char="Ø"/>
            </a:pPr>
            <a:r>
              <a:rPr lang="en-US" dirty="0">
                <a:latin typeface="Cambria" pitchFamily="18" charset="0"/>
                <a:ea typeface="Cambria" pitchFamily="18" charset="0"/>
              </a:rPr>
              <a:t>It referred to adjustment of address field and not to movement of a program. </a:t>
            </a:r>
          </a:p>
          <a:p>
            <a:pPr marL="457200" indent="-457200" algn="just">
              <a:buFont typeface="Wingdings" panose="05000000000000000000" pitchFamily="2" charset="2"/>
              <a:buChar char="Ø"/>
            </a:pPr>
            <a:r>
              <a:rPr lang="en-US" dirty="0">
                <a:latin typeface="Cambria" pitchFamily="18" charset="0"/>
                <a:ea typeface="Cambria" pitchFamily="18" charset="0"/>
              </a:rPr>
              <a:t>The task of relocation is to add some constant value to each relative  address in the segment. The part of a loader which performed relocation is called  re – location  loader.</a:t>
            </a:r>
          </a:p>
        </p:txBody>
      </p:sp>
    </p:spTree>
    <p:extLst>
      <p:ext uri="{BB962C8B-B14F-4D97-AF65-F5344CB8AC3E}">
        <p14:creationId xmlns="" xmlns:p14="http://schemas.microsoft.com/office/powerpoint/2010/main" val="3943725647"/>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8728" y="357166"/>
            <a:ext cx="9954657" cy="430887"/>
          </a:xfrm>
        </p:spPr>
        <p:txBody>
          <a:bodyPr/>
          <a:lstStyle/>
          <a:p>
            <a:r>
              <a:rPr lang="en-US" dirty="0">
                <a:latin typeface="Cambria" pitchFamily="18" charset="0"/>
                <a:ea typeface="Cambria" pitchFamily="18" charset="0"/>
              </a:rPr>
              <a:t>Types of Loaders</a:t>
            </a:r>
          </a:p>
        </p:txBody>
      </p:sp>
      <p:sp>
        <p:nvSpPr>
          <p:cNvPr id="3" name="Text Placeholder 2"/>
          <p:cNvSpPr>
            <a:spLocks noGrp="1"/>
          </p:cNvSpPr>
          <p:nvPr>
            <p:ph type="body" idx="1"/>
          </p:nvPr>
        </p:nvSpPr>
        <p:spPr>
          <a:xfrm>
            <a:off x="380166" y="857232"/>
            <a:ext cx="11501518" cy="3447098"/>
          </a:xfrm>
          <a:ln>
            <a:solidFill>
              <a:schemeClr val="accent1"/>
            </a:solidFill>
          </a:ln>
        </p:spPr>
        <p:txBody>
          <a:bodyPr/>
          <a:lstStyle/>
          <a:p>
            <a:r>
              <a:rPr lang="en-US" dirty="0">
                <a:solidFill>
                  <a:srgbClr val="FF0000"/>
                </a:solidFill>
                <a:latin typeface="Cambria" pitchFamily="18" charset="0"/>
                <a:ea typeface="Cambria" pitchFamily="18" charset="0"/>
              </a:rPr>
              <a:t>Direct Linking Loader</a:t>
            </a:r>
            <a:r>
              <a:rPr lang="en-US" dirty="0">
                <a:latin typeface="Cambria" pitchFamily="18" charset="0"/>
                <a:ea typeface="Cambria" pitchFamily="18" charset="0"/>
              </a:rPr>
              <a:t> </a:t>
            </a:r>
          </a:p>
          <a:p>
            <a:pPr marL="457200" indent="-457200">
              <a:buFont typeface="Wingdings" panose="05000000000000000000" pitchFamily="2" charset="2"/>
              <a:buChar char="Ø"/>
            </a:pPr>
            <a:r>
              <a:rPr lang="en-US" dirty="0">
                <a:latin typeface="Cambria" pitchFamily="18" charset="0"/>
                <a:ea typeface="Cambria" pitchFamily="18" charset="0"/>
              </a:rPr>
              <a:t> </a:t>
            </a:r>
            <a:r>
              <a:rPr lang="en-US" sz="2400" dirty="0">
                <a:latin typeface="Cambria" pitchFamily="18" charset="0"/>
                <a:ea typeface="Cambria" pitchFamily="18" charset="0"/>
              </a:rPr>
              <a:t>Direct linking loader is a general Relocatable loader and perhaps the most popular loading scan presently used. </a:t>
            </a:r>
          </a:p>
          <a:p>
            <a:pPr marL="457200" indent="-457200">
              <a:buFont typeface="Wingdings" panose="05000000000000000000" pitchFamily="2" charset="2"/>
              <a:buChar char="Ø"/>
            </a:pPr>
            <a:r>
              <a:rPr lang="en-US" sz="2400" dirty="0">
                <a:latin typeface="Cambria" pitchFamily="18" charset="0"/>
                <a:ea typeface="Cambria" pitchFamily="18" charset="0"/>
              </a:rPr>
              <a:t>It has the advantage of </a:t>
            </a:r>
            <a:r>
              <a:rPr lang="en-US" sz="2400" dirty="0">
                <a:solidFill>
                  <a:srgbClr val="FF0000"/>
                </a:solidFill>
                <a:latin typeface="Cambria" pitchFamily="18" charset="0"/>
                <a:ea typeface="Cambria" pitchFamily="18" charset="0"/>
              </a:rPr>
              <a:t>allowing the programmer multiple procedure segments and multiple  data segments</a:t>
            </a:r>
            <a:r>
              <a:rPr lang="en-US" sz="2400" dirty="0">
                <a:latin typeface="Cambria" pitchFamily="18" charset="0"/>
                <a:ea typeface="Cambria" pitchFamily="18" charset="0"/>
              </a:rPr>
              <a:t>. </a:t>
            </a:r>
          </a:p>
          <a:p>
            <a:pPr marL="457200" indent="-457200">
              <a:buFont typeface="Wingdings" panose="05000000000000000000" pitchFamily="2" charset="2"/>
              <a:buChar char="Ø"/>
            </a:pPr>
            <a:r>
              <a:rPr lang="en-US" sz="2400" dirty="0">
                <a:latin typeface="Cambria" pitchFamily="18" charset="0"/>
                <a:ea typeface="Cambria" pitchFamily="18" charset="0"/>
              </a:rPr>
              <a:t>It has also an advantage that has given to the programmer complete freedom in referencing data or instructions content in other segments. </a:t>
            </a:r>
          </a:p>
          <a:p>
            <a:pPr marL="457200" indent="-457200">
              <a:buFont typeface="Wingdings" panose="05000000000000000000" pitchFamily="2" charset="2"/>
              <a:buChar char="Ø"/>
            </a:pPr>
            <a:r>
              <a:rPr lang="en-US" sz="2400" dirty="0">
                <a:latin typeface="Cambria" pitchFamily="18" charset="0"/>
                <a:ea typeface="Cambria" pitchFamily="18" charset="0"/>
              </a:rPr>
              <a:t>This provides flexibility of </a:t>
            </a:r>
            <a:r>
              <a:rPr lang="en-US" sz="2400" dirty="0">
                <a:solidFill>
                  <a:srgbClr val="FF0000"/>
                </a:solidFill>
                <a:latin typeface="Cambria" pitchFamily="18" charset="0"/>
                <a:ea typeface="Cambria" pitchFamily="18" charset="0"/>
              </a:rPr>
              <a:t>inter segment referencing </a:t>
            </a:r>
            <a:r>
              <a:rPr lang="en-US" sz="2400" dirty="0">
                <a:latin typeface="Cambria" pitchFamily="18" charset="0"/>
                <a:ea typeface="Cambria" pitchFamily="18" charset="0"/>
              </a:rPr>
              <a:t>and accessing while at the same time allowing independent translation of programs.</a:t>
            </a:r>
          </a:p>
        </p:txBody>
      </p:sp>
    </p:spTree>
    <p:extLst>
      <p:ext uri="{BB962C8B-B14F-4D97-AF65-F5344CB8AC3E}">
        <p14:creationId xmlns="" xmlns:p14="http://schemas.microsoft.com/office/powerpoint/2010/main" val="32418241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7"/>
            <a:ext cx="9954657" cy="430887"/>
          </a:xfrm>
        </p:spPr>
        <p:txBody>
          <a:bodyPr/>
          <a:lstStyle/>
          <a:p>
            <a:r>
              <a:rPr lang="en-US" dirty="0">
                <a:latin typeface="Cambria" pitchFamily="18" charset="0"/>
                <a:ea typeface="Cambria" pitchFamily="18" charset="0"/>
              </a:rPr>
              <a:t>Types of loaders</a:t>
            </a:r>
          </a:p>
        </p:txBody>
      </p:sp>
      <p:sp>
        <p:nvSpPr>
          <p:cNvPr id="3" name="Text Placeholder 2"/>
          <p:cNvSpPr>
            <a:spLocks noGrp="1"/>
          </p:cNvSpPr>
          <p:nvPr>
            <p:ph type="body" idx="1"/>
          </p:nvPr>
        </p:nvSpPr>
        <p:spPr>
          <a:xfrm>
            <a:off x="308728" y="642918"/>
            <a:ext cx="11715834" cy="4739759"/>
          </a:xfrm>
          <a:ln>
            <a:solidFill>
              <a:schemeClr val="accent1"/>
            </a:solidFill>
          </a:ln>
        </p:spPr>
        <p:txBody>
          <a:bodyPr/>
          <a:lstStyle/>
          <a:p>
            <a:r>
              <a:rPr lang="en-US" dirty="0">
                <a:solidFill>
                  <a:srgbClr val="FF0000"/>
                </a:solidFill>
                <a:latin typeface="Cambria" pitchFamily="18" charset="0"/>
                <a:ea typeface="Cambria" pitchFamily="18" charset="0"/>
              </a:rPr>
              <a:t>Dynamic Loader </a:t>
            </a:r>
            <a:endParaRPr lang="en-US" dirty="0">
              <a:latin typeface="Cambria" pitchFamily="18" charset="0"/>
              <a:ea typeface="Cambria" pitchFamily="18" charset="0"/>
            </a:endParaRPr>
          </a:p>
          <a:p>
            <a:pPr marL="457200" indent="-457200" algn="just">
              <a:buFont typeface="Wingdings" panose="05000000000000000000" pitchFamily="2" charset="2"/>
              <a:buChar char="Ø"/>
            </a:pPr>
            <a:r>
              <a:rPr lang="en-US" dirty="0">
                <a:latin typeface="Cambria" pitchFamily="18" charset="0"/>
                <a:ea typeface="Cambria" pitchFamily="18" charset="0"/>
              </a:rPr>
              <a:t>loader that actually intersect the “calls” and loads the necessary procedure is called over lay supervisor or simply flipper. This over all scheme is called </a:t>
            </a:r>
            <a:r>
              <a:rPr lang="en-US" dirty="0">
                <a:solidFill>
                  <a:srgbClr val="FF0000"/>
                </a:solidFill>
                <a:latin typeface="Cambria" pitchFamily="18" charset="0"/>
                <a:ea typeface="Cambria" pitchFamily="18" charset="0"/>
              </a:rPr>
              <a:t>Dynamic loading or Load on Call</a:t>
            </a:r>
            <a:r>
              <a:rPr lang="en-US" dirty="0" smtClean="0">
                <a:solidFill>
                  <a:srgbClr val="FF0000"/>
                </a:solidFill>
                <a:latin typeface="Cambria" pitchFamily="18" charset="0"/>
                <a:ea typeface="Cambria" pitchFamily="18" charset="0"/>
              </a:rPr>
              <a:t>.</a:t>
            </a:r>
          </a:p>
          <a:p>
            <a:pPr marL="457200" indent="-457200" algn="just">
              <a:buFont typeface="Wingdings" panose="05000000000000000000" pitchFamily="2" charset="2"/>
              <a:buChar char="Ø"/>
            </a:pPr>
            <a:endParaRPr lang="en-US" dirty="0">
              <a:solidFill>
                <a:srgbClr val="FF0000"/>
              </a:solidFill>
              <a:latin typeface="Cambria" pitchFamily="18" charset="0"/>
              <a:ea typeface="Cambria" pitchFamily="18" charset="0"/>
            </a:endParaRPr>
          </a:p>
          <a:p>
            <a:pPr marL="457200" indent="-457200" algn="just">
              <a:buFont typeface="Wingdings" panose="05000000000000000000" pitchFamily="2" charset="2"/>
              <a:buChar char="Ø"/>
            </a:pPr>
            <a:r>
              <a:rPr lang="en-US" dirty="0">
                <a:latin typeface="Cambria" pitchFamily="18" charset="0"/>
                <a:ea typeface="Cambria" pitchFamily="18" charset="0"/>
              </a:rPr>
              <a:t>Advantage-- No over head of loading the procedure, until it is called or referenced. Also the system can be dynamically re – configured</a:t>
            </a:r>
            <a:r>
              <a:rPr lang="en-US" dirty="0" smtClean="0">
                <a:latin typeface="Cambria" pitchFamily="18" charset="0"/>
                <a:ea typeface="Cambria" pitchFamily="18" charset="0"/>
              </a:rPr>
              <a:t>.</a:t>
            </a:r>
          </a:p>
          <a:p>
            <a:pPr marL="457200" indent="-457200" algn="just">
              <a:buFont typeface="Wingdings" panose="05000000000000000000" pitchFamily="2" charset="2"/>
              <a:buChar char="Ø"/>
            </a:pPr>
            <a:endParaRPr lang="en-US" dirty="0">
              <a:latin typeface="Cambria" pitchFamily="18" charset="0"/>
              <a:ea typeface="Cambria" pitchFamily="18" charset="0"/>
            </a:endParaRPr>
          </a:p>
          <a:p>
            <a:pPr marL="457200" indent="-457200" algn="just">
              <a:buFont typeface="Wingdings" panose="05000000000000000000" pitchFamily="2" charset="2"/>
              <a:buChar char="Ø"/>
            </a:pPr>
            <a:r>
              <a:rPr lang="en-US" dirty="0">
                <a:latin typeface="Cambria" pitchFamily="18" charset="0"/>
                <a:ea typeface="Cambria" pitchFamily="18" charset="0"/>
              </a:rPr>
              <a:t>The major draw back is occurred due to the fact that we here </a:t>
            </a:r>
            <a:r>
              <a:rPr lang="en-US" dirty="0">
                <a:solidFill>
                  <a:srgbClr val="FF0000"/>
                </a:solidFill>
                <a:latin typeface="Cambria" pitchFamily="18" charset="0"/>
                <a:ea typeface="Cambria" pitchFamily="18" charset="0"/>
              </a:rPr>
              <a:t>postponed</a:t>
            </a:r>
            <a:r>
              <a:rPr lang="en-US" dirty="0">
                <a:latin typeface="Cambria" pitchFamily="18" charset="0"/>
                <a:ea typeface="Cambria" pitchFamily="18" charset="0"/>
              </a:rPr>
              <a:t> most of the binding process until execution time.</a:t>
            </a:r>
          </a:p>
          <a:p>
            <a:pPr marL="457200" indent="-457200">
              <a:buFont typeface="Wingdings" panose="05000000000000000000" pitchFamily="2" charset="2"/>
              <a:buChar char="Ø"/>
            </a:pPr>
            <a:endParaRPr lang="en-US" dirty="0">
              <a:latin typeface="Cambria" pitchFamily="18" charset="0"/>
              <a:ea typeface="Cambria" pitchFamily="18" charset="0"/>
            </a:endParaRPr>
          </a:p>
        </p:txBody>
      </p:sp>
    </p:spTree>
    <p:extLst>
      <p:ext uri="{BB962C8B-B14F-4D97-AF65-F5344CB8AC3E}">
        <p14:creationId xmlns="" xmlns:p14="http://schemas.microsoft.com/office/powerpoint/2010/main" val="34223152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23042" y="285728"/>
            <a:ext cx="9954657" cy="430887"/>
          </a:xfrm>
        </p:spPr>
        <p:txBody>
          <a:bodyPr/>
          <a:lstStyle/>
          <a:p>
            <a:r>
              <a:rPr lang="en-US" dirty="0">
                <a:latin typeface="Cambria" pitchFamily="18" charset="0"/>
                <a:ea typeface="Cambria" pitchFamily="18" charset="0"/>
              </a:rPr>
              <a:t>Linkers</a:t>
            </a:r>
          </a:p>
        </p:txBody>
      </p:sp>
      <p:sp>
        <p:nvSpPr>
          <p:cNvPr id="3" name="Text Placeholder 2"/>
          <p:cNvSpPr>
            <a:spLocks noGrp="1"/>
          </p:cNvSpPr>
          <p:nvPr>
            <p:ph type="body" idx="1"/>
          </p:nvPr>
        </p:nvSpPr>
        <p:spPr>
          <a:xfrm>
            <a:off x="451604" y="785794"/>
            <a:ext cx="11287204" cy="4062651"/>
          </a:xfrm>
          <a:ln>
            <a:solidFill>
              <a:schemeClr val="accent1"/>
            </a:solidFill>
          </a:ln>
        </p:spPr>
        <p:txBody>
          <a:bodyPr/>
          <a:lstStyle/>
          <a:p>
            <a:pPr marL="457200" indent="-457200">
              <a:buFont typeface="Wingdings" panose="05000000000000000000" pitchFamily="2" charset="2"/>
              <a:buChar char="Ø"/>
            </a:pPr>
            <a:r>
              <a:rPr lang="en-US" sz="2400" dirty="0">
                <a:latin typeface="Cambria" pitchFamily="18" charset="0"/>
                <a:ea typeface="Cambria" pitchFamily="18" charset="0"/>
              </a:rPr>
              <a:t>A linker is a program in a system, also known as a </a:t>
            </a:r>
            <a:r>
              <a:rPr lang="en-US" sz="2400" dirty="0">
                <a:solidFill>
                  <a:srgbClr val="FF0000"/>
                </a:solidFill>
                <a:latin typeface="Cambria" pitchFamily="18" charset="0"/>
                <a:ea typeface="Cambria" pitchFamily="18" charset="0"/>
              </a:rPr>
              <a:t>link editor </a:t>
            </a:r>
            <a:r>
              <a:rPr lang="en-US" sz="2400" dirty="0">
                <a:latin typeface="Cambria" pitchFamily="18" charset="0"/>
                <a:ea typeface="Cambria" pitchFamily="18" charset="0"/>
              </a:rPr>
              <a:t>and </a:t>
            </a:r>
            <a:r>
              <a:rPr lang="en-US" sz="2400" dirty="0">
                <a:solidFill>
                  <a:srgbClr val="FF0000"/>
                </a:solidFill>
                <a:latin typeface="Cambria" pitchFamily="18" charset="0"/>
                <a:ea typeface="Cambria" pitchFamily="18" charset="0"/>
              </a:rPr>
              <a:t>binder</a:t>
            </a:r>
            <a:r>
              <a:rPr lang="en-US" sz="2400" dirty="0">
                <a:latin typeface="Cambria" pitchFamily="18" charset="0"/>
                <a:ea typeface="Cambria" pitchFamily="18" charset="0"/>
              </a:rPr>
              <a:t>, which combines object modules into a single object file. </a:t>
            </a:r>
            <a:endParaRPr lang="en-US" sz="2400" dirty="0" smtClean="0">
              <a:latin typeface="Cambria" pitchFamily="18" charset="0"/>
              <a:ea typeface="Cambria" pitchFamily="18" charset="0"/>
            </a:endParaRPr>
          </a:p>
          <a:p>
            <a:pPr marL="457200" indent="-457200">
              <a:buFont typeface="Wingdings" panose="05000000000000000000" pitchFamily="2" charset="2"/>
              <a:buChar char="Ø"/>
            </a:pPr>
            <a:endParaRPr lang="en-US" sz="2400" dirty="0">
              <a:latin typeface="Cambria" pitchFamily="18" charset="0"/>
              <a:ea typeface="Cambria" pitchFamily="18" charset="0"/>
            </a:endParaRPr>
          </a:p>
          <a:p>
            <a:pPr marL="457200" indent="-457200">
              <a:buFont typeface="Wingdings" panose="05000000000000000000" pitchFamily="2" charset="2"/>
              <a:buChar char="Ø"/>
            </a:pPr>
            <a:r>
              <a:rPr lang="en-US" sz="2400" dirty="0">
                <a:latin typeface="Cambria" pitchFamily="18" charset="0"/>
                <a:ea typeface="Cambria" pitchFamily="18" charset="0"/>
              </a:rPr>
              <a:t>Generally, it is a program that performs the process of linking; it takes one or multiple object files, which are generated by compiler. And, then combines these files into an executable files. </a:t>
            </a:r>
            <a:endParaRPr lang="en-US" sz="2400" dirty="0" smtClean="0">
              <a:latin typeface="Cambria" pitchFamily="18" charset="0"/>
              <a:ea typeface="Cambria" pitchFamily="18" charset="0"/>
            </a:endParaRPr>
          </a:p>
          <a:p>
            <a:pPr marL="457200" indent="-457200">
              <a:buFont typeface="Wingdings" panose="05000000000000000000" pitchFamily="2" charset="2"/>
              <a:buChar char="Ø"/>
            </a:pPr>
            <a:endParaRPr lang="en-US" sz="2400" dirty="0">
              <a:latin typeface="Cambria" pitchFamily="18" charset="0"/>
              <a:ea typeface="Cambria" pitchFamily="18" charset="0"/>
            </a:endParaRPr>
          </a:p>
          <a:p>
            <a:pPr marL="457200" indent="-457200">
              <a:buFont typeface="Wingdings" panose="05000000000000000000" pitchFamily="2" charset="2"/>
              <a:buChar char="Ø"/>
            </a:pPr>
            <a:r>
              <a:rPr lang="en-US" sz="2400" dirty="0">
                <a:latin typeface="Cambria" pitchFamily="18" charset="0"/>
                <a:ea typeface="Cambria" pitchFamily="18" charset="0"/>
              </a:rPr>
              <a:t>Linking is a process that helps to gather and maintain a different piece of code into an executable file or single file</a:t>
            </a:r>
            <a:r>
              <a:rPr lang="en-US" sz="2400" dirty="0" smtClean="0">
                <a:latin typeface="Cambria" pitchFamily="18" charset="0"/>
                <a:ea typeface="Cambria" pitchFamily="18" charset="0"/>
              </a:rPr>
              <a:t>.</a:t>
            </a:r>
          </a:p>
          <a:p>
            <a:pPr marL="457200" indent="-457200">
              <a:buFont typeface="Wingdings" panose="05000000000000000000" pitchFamily="2" charset="2"/>
              <a:buChar char="Ø"/>
            </a:pPr>
            <a:endParaRPr lang="en-US" sz="2400" dirty="0">
              <a:latin typeface="Cambria" pitchFamily="18" charset="0"/>
              <a:ea typeface="Cambria" pitchFamily="18" charset="0"/>
            </a:endParaRPr>
          </a:p>
          <a:p>
            <a:pPr marL="457200" indent="-457200">
              <a:buFont typeface="Wingdings" panose="05000000000000000000" pitchFamily="2" charset="2"/>
              <a:buChar char="Ø"/>
            </a:pPr>
            <a:r>
              <a:rPr lang="en-US" sz="2400" dirty="0">
                <a:latin typeface="Cambria" pitchFamily="18" charset="0"/>
                <a:ea typeface="Cambria" pitchFamily="18" charset="0"/>
              </a:rPr>
              <a:t> With the help of a linker, a specific module is also linked into the system library.</a:t>
            </a:r>
          </a:p>
        </p:txBody>
      </p:sp>
    </p:spTree>
    <p:extLst>
      <p:ext uri="{BB962C8B-B14F-4D97-AF65-F5344CB8AC3E}">
        <p14:creationId xmlns="" xmlns:p14="http://schemas.microsoft.com/office/powerpoint/2010/main" val="7019206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0166" y="142852"/>
            <a:ext cx="9954657" cy="430887"/>
          </a:xfrm>
        </p:spPr>
        <p:txBody>
          <a:bodyPr/>
          <a:lstStyle/>
          <a:p>
            <a:r>
              <a:rPr lang="en-US" dirty="0">
                <a:latin typeface="Cambria" pitchFamily="18" charset="0"/>
                <a:ea typeface="Cambria" pitchFamily="18" charset="0"/>
              </a:rPr>
              <a:t>Linkers</a:t>
            </a:r>
          </a:p>
        </p:txBody>
      </p:sp>
      <p:sp>
        <p:nvSpPr>
          <p:cNvPr id="3" name="Text Placeholder 2"/>
          <p:cNvSpPr>
            <a:spLocks noGrp="1"/>
          </p:cNvSpPr>
          <p:nvPr>
            <p:ph type="body" idx="1"/>
          </p:nvPr>
        </p:nvSpPr>
        <p:spPr>
          <a:xfrm>
            <a:off x="308728" y="674258"/>
            <a:ext cx="11572956" cy="3754874"/>
          </a:xfrm>
          <a:ln>
            <a:solidFill>
              <a:schemeClr val="accent1"/>
            </a:solidFill>
          </a:ln>
        </p:spPr>
        <p:txBody>
          <a:bodyPr/>
          <a:lstStyle/>
          <a:p>
            <a:pPr marL="457200" indent="-457200" algn="just">
              <a:buFont typeface="Wingdings" panose="05000000000000000000" pitchFamily="2" charset="2"/>
              <a:buChar char="Ø"/>
            </a:pPr>
            <a:r>
              <a:rPr lang="en-US" sz="2400" dirty="0">
                <a:latin typeface="Cambria" pitchFamily="18" charset="0"/>
                <a:ea typeface="Cambria" pitchFamily="18" charset="0"/>
              </a:rPr>
              <a:t>The primary function of the linker is to take objects from the assembler as input and create an executable file as output for the loader, as it helps to break down a large problem into a small module that simplifies the programming task. </a:t>
            </a:r>
            <a:endParaRPr lang="en-US" sz="2400" dirty="0" smtClean="0">
              <a:latin typeface="Cambria" pitchFamily="18" charset="0"/>
              <a:ea typeface="Cambria" pitchFamily="18" charset="0"/>
            </a:endParaRP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Usually, computer programs are made up of various modules in which all being a compiled computer programs and span separate object files. </a:t>
            </a:r>
            <a:endParaRPr lang="en-US" sz="2400" dirty="0" smtClean="0">
              <a:latin typeface="Cambria" pitchFamily="18" charset="0"/>
              <a:ea typeface="Cambria" pitchFamily="18" charset="0"/>
            </a:endParaRP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These separate files are combined by linker into a single executable file. The source code is converted into machine code, and the linking is performed at the last step while compiling the program</a:t>
            </a:r>
            <a:r>
              <a:rPr lang="en-US" dirty="0">
                <a:latin typeface="Cambria" pitchFamily="18" charset="0"/>
                <a:ea typeface="Cambria" pitchFamily="18" charset="0"/>
              </a:rPr>
              <a:t>.</a:t>
            </a:r>
          </a:p>
        </p:txBody>
      </p:sp>
    </p:spTree>
    <p:extLst>
      <p:ext uri="{BB962C8B-B14F-4D97-AF65-F5344CB8AC3E}">
        <p14:creationId xmlns="" xmlns:p14="http://schemas.microsoft.com/office/powerpoint/2010/main" val="34078238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1604" y="142852"/>
            <a:ext cx="9954657" cy="430887"/>
          </a:xfrm>
        </p:spPr>
        <p:txBody>
          <a:bodyPr/>
          <a:lstStyle/>
          <a:p>
            <a:r>
              <a:rPr lang="en-US" dirty="0">
                <a:latin typeface="Cambria" pitchFamily="18" charset="0"/>
                <a:ea typeface="Cambria" pitchFamily="18" charset="0"/>
              </a:rPr>
              <a:t>Linkers</a:t>
            </a:r>
          </a:p>
        </p:txBody>
      </p:sp>
      <p:sp>
        <p:nvSpPr>
          <p:cNvPr id="3" name="Text Placeholder 2"/>
          <p:cNvSpPr>
            <a:spLocks noGrp="1"/>
          </p:cNvSpPr>
          <p:nvPr>
            <p:ph type="body" idx="1"/>
          </p:nvPr>
        </p:nvSpPr>
        <p:spPr>
          <a:xfrm>
            <a:off x="380166" y="609600"/>
            <a:ext cx="11430080" cy="3877985"/>
          </a:xfrm>
          <a:ln>
            <a:solidFill>
              <a:schemeClr val="accent1"/>
            </a:solidFill>
          </a:ln>
        </p:spPr>
        <p:txBody>
          <a:bodyPr/>
          <a:lstStyle/>
          <a:p>
            <a:pPr marL="457200" indent="-457200" algn="just">
              <a:buFont typeface="Wingdings" panose="05000000000000000000" pitchFamily="2" charset="2"/>
              <a:buChar char="Ø"/>
            </a:pPr>
            <a:r>
              <a:rPr lang="fr-FR" dirty="0">
                <a:latin typeface="Cambria" pitchFamily="18" charset="0"/>
                <a:ea typeface="Cambria" pitchFamily="18" charset="0"/>
              </a:rPr>
              <a:t>Source code -&gt; compiler -&gt; Assembler -&gt; Object code -&gt; Linker -&gt; Exécutable file -&gt; </a:t>
            </a:r>
            <a:r>
              <a:rPr lang="fr-FR" dirty="0" smtClean="0">
                <a:latin typeface="Cambria" pitchFamily="18" charset="0"/>
                <a:ea typeface="Cambria" pitchFamily="18" charset="0"/>
              </a:rPr>
              <a:t>Loader</a:t>
            </a:r>
          </a:p>
          <a:p>
            <a:pPr marL="457200" indent="-457200" algn="just">
              <a:buFont typeface="Wingdings" panose="05000000000000000000" pitchFamily="2" charset="2"/>
              <a:buChar char="Ø"/>
            </a:pPr>
            <a:endParaRPr lang="fr-FR"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The objects can be collected by linker from a library or runtime library. </a:t>
            </a:r>
            <a:endParaRPr lang="en-US" sz="2400" dirty="0" smtClean="0">
              <a:latin typeface="Cambria" pitchFamily="18" charset="0"/>
              <a:ea typeface="Cambria" pitchFamily="18" charset="0"/>
            </a:endParaRP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Most of the linker only consists of files in the output that are referenced by other libraries or object files, and they do not include the whole library. </a:t>
            </a:r>
            <a:endParaRPr lang="en-US" sz="2400" dirty="0" smtClean="0">
              <a:latin typeface="Cambria" pitchFamily="18" charset="0"/>
              <a:ea typeface="Cambria" pitchFamily="18" charset="0"/>
            </a:endParaRP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Generally, one or more than one system libraries are linked by default, and libraries are available for different purposes.</a:t>
            </a:r>
          </a:p>
        </p:txBody>
      </p:sp>
    </p:spTree>
    <p:extLst>
      <p:ext uri="{BB962C8B-B14F-4D97-AF65-F5344CB8AC3E}">
        <p14:creationId xmlns="" xmlns:p14="http://schemas.microsoft.com/office/powerpoint/2010/main" val="3367156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7"/>
            <a:ext cx="9954657" cy="430887"/>
          </a:xfrm>
        </p:spPr>
        <p:txBody>
          <a:bodyPr/>
          <a:lstStyle/>
          <a:p>
            <a:r>
              <a:rPr lang="en-US" dirty="0">
                <a:latin typeface="Cambria" pitchFamily="18" charset="0"/>
                <a:ea typeface="Cambria" pitchFamily="18" charset="0"/>
              </a:rPr>
              <a:t>Types of linkers</a:t>
            </a:r>
          </a:p>
        </p:txBody>
      </p:sp>
      <p:sp>
        <p:nvSpPr>
          <p:cNvPr id="3" name="Text Placeholder 2"/>
          <p:cNvSpPr>
            <a:spLocks noGrp="1"/>
          </p:cNvSpPr>
          <p:nvPr>
            <p:ph type="body" idx="1"/>
          </p:nvPr>
        </p:nvSpPr>
        <p:spPr>
          <a:xfrm>
            <a:off x="308728" y="609610"/>
            <a:ext cx="11572956" cy="4678204"/>
          </a:xfrm>
          <a:ln>
            <a:solidFill>
              <a:schemeClr val="accent1"/>
            </a:solidFill>
          </a:ln>
        </p:spPr>
        <p:txBody>
          <a:bodyPr/>
          <a:lstStyle/>
          <a:p>
            <a:pPr marL="457200" indent="-457200" algn="just">
              <a:buFont typeface="Wingdings" panose="05000000000000000000" pitchFamily="2" charset="2"/>
              <a:buChar char="Ø"/>
            </a:pPr>
            <a:r>
              <a:rPr lang="en-US" dirty="0">
                <a:solidFill>
                  <a:srgbClr val="FF0000"/>
                </a:solidFill>
                <a:latin typeface="Cambria" pitchFamily="18" charset="0"/>
                <a:ea typeface="Cambria" pitchFamily="18" charset="0"/>
              </a:rPr>
              <a:t>Static linking </a:t>
            </a:r>
            <a:r>
              <a:rPr lang="en-US" sz="2400" dirty="0">
                <a:latin typeface="Cambria" pitchFamily="18" charset="0"/>
                <a:ea typeface="Cambria" pitchFamily="18" charset="0"/>
              </a:rPr>
              <a:t>is a kind of linking that is performed during the compilation of a source program in which linking is performed before the execution of the file or object. </a:t>
            </a:r>
            <a:endParaRPr lang="en-US" sz="2400" dirty="0" smtClean="0">
              <a:latin typeface="Cambria" pitchFamily="18" charset="0"/>
              <a:ea typeface="Cambria" pitchFamily="18" charset="0"/>
            </a:endParaRP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The linker produces a result at the time of copying all library routines into the executable image, which is known as static linking. </a:t>
            </a:r>
            <a:endParaRPr lang="en-US" sz="2400" dirty="0" smtClean="0">
              <a:latin typeface="Cambria" pitchFamily="18" charset="0"/>
              <a:ea typeface="Cambria" pitchFamily="18" charset="0"/>
            </a:endParaRPr>
          </a:p>
          <a:p>
            <a:pPr marL="457200" indent="-457200" algn="just">
              <a:buFont typeface="Wingdings" panose="05000000000000000000" pitchFamily="2" charset="2"/>
              <a:buChar char="Ø"/>
            </a:pPr>
            <a:endParaRPr lang="en-US" sz="2400"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It may need more memory storage and disk space. However, when it runs on the system, it does not need the presence of the library that makes it more portable</a:t>
            </a:r>
            <a:r>
              <a:rPr lang="en-US" dirty="0" smtClean="0">
                <a:latin typeface="Cambria" pitchFamily="18" charset="0"/>
                <a:ea typeface="Cambria" pitchFamily="18" charset="0"/>
              </a:rPr>
              <a:t>.</a:t>
            </a:r>
          </a:p>
          <a:p>
            <a:pPr marL="457200" indent="-457200" algn="just">
              <a:buFont typeface="Wingdings" panose="05000000000000000000" pitchFamily="2" charset="2"/>
              <a:buChar char="Ø"/>
            </a:pPr>
            <a:endParaRPr lang="en-US" dirty="0">
              <a:latin typeface="Cambria" pitchFamily="18" charset="0"/>
              <a:ea typeface="Cambria" pitchFamily="18" charset="0"/>
            </a:endParaRPr>
          </a:p>
          <a:p>
            <a:pPr marL="457200" indent="-457200" algn="just">
              <a:buFont typeface="Wingdings" panose="05000000000000000000" pitchFamily="2" charset="2"/>
              <a:buChar char="Ø"/>
            </a:pPr>
            <a:r>
              <a:rPr lang="en-US" sz="2400" dirty="0">
                <a:latin typeface="Cambria" pitchFamily="18" charset="0"/>
                <a:ea typeface="Cambria" pitchFamily="18" charset="0"/>
              </a:rPr>
              <a:t>It generates a fully linked object file that would be able to load and run and takes a collection of the Relocatable object file and command-line argument</a:t>
            </a:r>
            <a:r>
              <a:rPr lang="en-US" dirty="0">
                <a:latin typeface="Cambria" pitchFamily="18" charset="0"/>
                <a:ea typeface="Cambria" pitchFamily="18" charset="0"/>
              </a:rPr>
              <a:t>. </a:t>
            </a:r>
          </a:p>
        </p:txBody>
      </p:sp>
    </p:spTree>
    <p:extLst>
      <p:ext uri="{BB962C8B-B14F-4D97-AF65-F5344CB8AC3E}">
        <p14:creationId xmlns="" xmlns:p14="http://schemas.microsoft.com/office/powerpoint/2010/main" val="27748611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7"/>
            <a:ext cx="9954657" cy="430887"/>
          </a:xfrm>
        </p:spPr>
        <p:txBody>
          <a:bodyPr/>
          <a:lstStyle/>
          <a:p>
            <a:r>
              <a:rPr lang="en-US" dirty="0">
                <a:latin typeface="Cambria" pitchFamily="18" charset="0"/>
                <a:ea typeface="Cambria" pitchFamily="18" charset="0"/>
              </a:rPr>
              <a:t>Types of linkers</a:t>
            </a:r>
          </a:p>
        </p:txBody>
      </p:sp>
      <p:sp>
        <p:nvSpPr>
          <p:cNvPr id="3" name="Text Placeholder 2"/>
          <p:cNvSpPr>
            <a:spLocks noGrp="1"/>
          </p:cNvSpPr>
          <p:nvPr>
            <p:ph type="body" idx="1"/>
          </p:nvPr>
        </p:nvSpPr>
        <p:spPr>
          <a:xfrm>
            <a:off x="380166" y="694023"/>
            <a:ext cx="11215766" cy="3877985"/>
          </a:xfrm>
          <a:ln>
            <a:solidFill>
              <a:schemeClr val="accent1"/>
            </a:solidFill>
          </a:ln>
        </p:spPr>
        <p:txBody>
          <a:bodyPr/>
          <a:lstStyle/>
          <a:p>
            <a:r>
              <a:rPr lang="en-US" dirty="0">
                <a:solidFill>
                  <a:srgbClr val="FF0000"/>
                </a:solidFill>
                <a:latin typeface="Cambria" pitchFamily="18" charset="0"/>
                <a:ea typeface="Cambria" pitchFamily="18" charset="0"/>
              </a:rPr>
              <a:t>Two major tasks </a:t>
            </a:r>
            <a:r>
              <a:rPr lang="en-US" dirty="0">
                <a:latin typeface="Cambria" pitchFamily="18" charset="0"/>
                <a:ea typeface="Cambria" pitchFamily="18" charset="0"/>
              </a:rPr>
              <a:t>are performed by the static linker,      </a:t>
            </a:r>
            <a:endParaRPr lang="en-US" dirty="0" smtClean="0">
              <a:latin typeface="Cambria" pitchFamily="18" charset="0"/>
              <a:ea typeface="Cambria" pitchFamily="18" charset="0"/>
            </a:endParaRPr>
          </a:p>
          <a:p>
            <a:endParaRPr lang="en-US" dirty="0" smtClean="0">
              <a:latin typeface="Cambria" pitchFamily="18" charset="0"/>
              <a:ea typeface="Cambria" pitchFamily="18" charset="0"/>
            </a:endParaRPr>
          </a:p>
          <a:p>
            <a:r>
              <a:rPr lang="en-US" dirty="0" smtClean="0">
                <a:latin typeface="Cambria" pitchFamily="18" charset="0"/>
                <a:ea typeface="Cambria" pitchFamily="18" charset="0"/>
              </a:rPr>
              <a:t>1)</a:t>
            </a:r>
            <a:r>
              <a:rPr lang="en-US" b="1" dirty="0" smtClean="0">
                <a:latin typeface="Cambria" pitchFamily="18" charset="0"/>
                <a:ea typeface="Cambria" pitchFamily="18" charset="0"/>
              </a:rPr>
              <a:t>Symbol </a:t>
            </a:r>
            <a:r>
              <a:rPr lang="en-US" b="1" dirty="0">
                <a:latin typeface="Cambria" pitchFamily="18" charset="0"/>
                <a:ea typeface="Cambria" pitchFamily="18" charset="0"/>
              </a:rPr>
              <a:t>resolution: </a:t>
            </a:r>
            <a:r>
              <a:rPr lang="en-US" dirty="0">
                <a:latin typeface="Cambria" pitchFamily="18" charset="0"/>
                <a:ea typeface="Cambria" pitchFamily="18" charset="0"/>
              </a:rPr>
              <a:t>In this, each symbol has a predefined value, and it associates each symbol exactly with one symbol definition from which they belong to</a:t>
            </a:r>
            <a:r>
              <a:rPr lang="en-US" dirty="0" smtClean="0">
                <a:latin typeface="Cambria" pitchFamily="18" charset="0"/>
                <a:ea typeface="Cambria" pitchFamily="18" charset="0"/>
              </a:rPr>
              <a:t>.</a:t>
            </a:r>
          </a:p>
          <a:p>
            <a:endParaRPr lang="en-US" dirty="0">
              <a:latin typeface="Cambria" pitchFamily="18" charset="0"/>
              <a:ea typeface="Cambria" pitchFamily="18" charset="0"/>
            </a:endParaRPr>
          </a:p>
          <a:p>
            <a:r>
              <a:rPr lang="en-US" dirty="0">
                <a:latin typeface="Cambria" pitchFamily="18" charset="0"/>
                <a:ea typeface="Cambria" pitchFamily="18" charset="0"/>
              </a:rPr>
              <a:t>2) </a:t>
            </a:r>
            <a:r>
              <a:rPr lang="en-US" b="1" dirty="0">
                <a:latin typeface="Cambria" pitchFamily="18" charset="0"/>
                <a:ea typeface="Cambria" pitchFamily="18" charset="0"/>
              </a:rPr>
              <a:t>Relocation</a:t>
            </a:r>
            <a:r>
              <a:rPr lang="en-US" dirty="0">
                <a:latin typeface="Cambria" pitchFamily="18" charset="0"/>
                <a:ea typeface="Cambria" pitchFamily="18" charset="0"/>
              </a:rPr>
              <a:t>: Its function is to modify symbol references to the relocated memory location and relocate the code and data section.</a:t>
            </a:r>
          </a:p>
          <a:p>
            <a:endParaRPr lang="en-US" dirty="0">
              <a:latin typeface="Cambria" pitchFamily="18" charset="0"/>
              <a:ea typeface="Cambria" pitchFamily="18" charset="0"/>
            </a:endParaRPr>
          </a:p>
        </p:txBody>
      </p:sp>
    </p:spTree>
    <p:extLst>
      <p:ext uri="{BB962C8B-B14F-4D97-AF65-F5344CB8AC3E}">
        <p14:creationId xmlns="" xmlns:p14="http://schemas.microsoft.com/office/powerpoint/2010/main" val="3334157177"/>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7"/>
            <a:ext cx="9954657" cy="430887"/>
          </a:xfrm>
        </p:spPr>
        <p:txBody>
          <a:bodyPr/>
          <a:lstStyle/>
          <a:p>
            <a:r>
              <a:rPr lang="en-US" dirty="0">
                <a:latin typeface="Cambria" pitchFamily="18" charset="0"/>
                <a:ea typeface="Cambria" pitchFamily="18" charset="0"/>
              </a:rPr>
              <a:t>Types of linkers</a:t>
            </a:r>
          </a:p>
        </p:txBody>
      </p:sp>
      <p:sp>
        <p:nvSpPr>
          <p:cNvPr id="3" name="Text Placeholder 2"/>
          <p:cNvSpPr>
            <a:spLocks noGrp="1"/>
          </p:cNvSpPr>
          <p:nvPr>
            <p:ph type="body" idx="1"/>
          </p:nvPr>
        </p:nvSpPr>
        <p:spPr>
          <a:xfrm>
            <a:off x="308728" y="696282"/>
            <a:ext cx="11572956" cy="3016210"/>
          </a:xfrm>
          <a:ln>
            <a:solidFill>
              <a:schemeClr val="accent1"/>
            </a:solidFill>
          </a:ln>
        </p:spPr>
        <p:txBody>
          <a:bodyPr/>
          <a:lstStyle/>
          <a:p>
            <a:pPr marL="457200" indent="-457200" algn="just">
              <a:buFont typeface="Wingdings" panose="05000000000000000000" pitchFamily="2" charset="2"/>
              <a:buChar char="Ø"/>
            </a:pPr>
            <a:r>
              <a:rPr lang="en-US" dirty="0">
                <a:solidFill>
                  <a:srgbClr val="FF0000"/>
                </a:solidFill>
                <a:latin typeface="Cambria" pitchFamily="18" charset="0"/>
                <a:ea typeface="Cambria" pitchFamily="18" charset="0"/>
              </a:rPr>
              <a:t>Dynamic linking</a:t>
            </a:r>
            <a:r>
              <a:rPr lang="en-US" dirty="0">
                <a:latin typeface="Cambria" pitchFamily="18" charset="0"/>
                <a:ea typeface="Cambria" pitchFamily="18" charset="0"/>
              </a:rPr>
              <a:t>: is performed at the run time, in which </a:t>
            </a:r>
            <a:r>
              <a:rPr lang="en-US" dirty="0">
                <a:solidFill>
                  <a:srgbClr val="FF0000"/>
                </a:solidFill>
                <a:latin typeface="Cambria" pitchFamily="18" charset="0"/>
                <a:ea typeface="Cambria" pitchFamily="18" charset="0"/>
              </a:rPr>
              <a:t>multiple programs can share a single copy </a:t>
            </a:r>
            <a:r>
              <a:rPr lang="en-US" dirty="0">
                <a:latin typeface="Cambria" pitchFamily="18" charset="0"/>
                <a:ea typeface="Cambria" pitchFamily="18" charset="0"/>
              </a:rPr>
              <a:t>of the library. </a:t>
            </a:r>
          </a:p>
          <a:p>
            <a:pPr marL="457200" indent="-457200" algn="just">
              <a:buFont typeface="Wingdings" panose="05000000000000000000" pitchFamily="2" charset="2"/>
              <a:buChar char="Ø"/>
            </a:pPr>
            <a:r>
              <a:rPr lang="en-US" dirty="0">
                <a:latin typeface="Cambria" pitchFamily="18" charset="0"/>
                <a:ea typeface="Cambria" pitchFamily="18" charset="0"/>
              </a:rPr>
              <a:t>It means, each module having the same object can share information of an object with other modules rather than linking the same object repeatedly into the library.</a:t>
            </a:r>
          </a:p>
          <a:p>
            <a:pPr marL="457200" indent="-457200" algn="just">
              <a:buFont typeface="Wingdings" panose="05000000000000000000" pitchFamily="2" charset="2"/>
              <a:buChar char="Ø"/>
            </a:pPr>
            <a:r>
              <a:rPr lang="en-US" dirty="0">
                <a:latin typeface="Cambria" pitchFamily="18" charset="0"/>
                <a:ea typeface="Cambria" pitchFamily="18" charset="0"/>
              </a:rPr>
              <a:t>These dynamic link libraries are loaded at the time a program is executed; then, it performs a final linking</a:t>
            </a:r>
            <a:r>
              <a:rPr lang="en-US" dirty="0" smtClean="0">
                <a:latin typeface="Cambria" pitchFamily="18" charset="0"/>
                <a:ea typeface="Cambria" pitchFamily="18" charset="0"/>
              </a:rPr>
              <a:t>.</a:t>
            </a:r>
            <a:endParaRPr lang="en-US" dirty="0">
              <a:latin typeface="Cambria" pitchFamily="18" charset="0"/>
              <a:ea typeface="Cambria" pitchFamily="18" charset="0"/>
            </a:endParaRPr>
          </a:p>
        </p:txBody>
      </p:sp>
    </p:spTree>
    <p:extLst>
      <p:ext uri="{BB962C8B-B14F-4D97-AF65-F5344CB8AC3E}">
        <p14:creationId xmlns="" xmlns:p14="http://schemas.microsoft.com/office/powerpoint/2010/main" val="15605292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7"/>
            <a:ext cx="9954657" cy="430887"/>
          </a:xfrm>
        </p:spPr>
        <p:txBody>
          <a:bodyPr/>
          <a:lstStyle/>
          <a:p>
            <a:r>
              <a:rPr lang="en-US" dirty="0">
                <a:latin typeface="Cambria" pitchFamily="18" charset="0"/>
                <a:ea typeface="Cambria" pitchFamily="18" charset="0"/>
              </a:rPr>
              <a:t>Types of linkers</a:t>
            </a:r>
          </a:p>
        </p:txBody>
      </p:sp>
      <p:sp>
        <p:nvSpPr>
          <p:cNvPr id="3" name="Text Placeholder 2"/>
          <p:cNvSpPr>
            <a:spLocks noGrp="1"/>
          </p:cNvSpPr>
          <p:nvPr>
            <p:ph type="body" idx="1"/>
          </p:nvPr>
        </p:nvSpPr>
        <p:spPr>
          <a:xfrm>
            <a:off x="308728" y="609602"/>
            <a:ext cx="11644394" cy="4308872"/>
          </a:xfrm>
          <a:ln>
            <a:solidFill>
              <a:schemeClr val="accent1"/>
            </a:solidFill>
          </a:ln>
        </p:spPr>
        <p:txBody>
          <a:bodyPr/>
          <a:lstStyle/>
          <a:p>
            <a:pPr marL="457200" indent="-457200">
              <a:buFont typeface="Wingdings" panose="05000000000000000000" pitchFamily="2" charset="2"/>
              <a:buChar char="Ø"/>
            </a:pPr>
            <a:r>
              <a:rPr lang="en-US" dirty="0">
                <a:latin typeface="Cambria" pitchFamily="18" charset="0"/>
                <a:ea typeface="Cambria" pitchFamily="18" charset="0"/>
              </a:rPr>
              <a:t>Although it needs less memory space, there are more chances of error and failure chances. </a:t>
            </a:r>
            <a:endParaRPr lang="en-US" dirty="0" smtClean="0">
              <a:latin typeface="Cambria" pitchFamily="18" charset="0"/>
              <a:ea typeface="Cambria" pitchFamily="18" charset="0"/>
            </a:endParaRPr>
          </a:p>
          <a:p>
            <a:pPr marL="457200" indent="-457200">
              <a:buFont typeface="Wingdings" panose="05000000000000000000" pitchFamily="2" charset="2"/>
              <a:buChar char="Ø"/>
            </a:pPr>
            <a:endParaRPr lang="en-US" dirty="0">
              <a:latin typeface="Cambria" pitchFamily="18" charset="0"/>
              <a:ea typeface="Cambria" pitchFamily="18" charset="0"/>
            </a:endParaRPr>
          </a:p>
          <a:p>
            <a:pPr marL="457200" indent="-457200">
              <a:buFont typeface="Wingdings" panose="05000000000000000000" pitchFamily="2" charset="2"/>
              <a:buChar char="Ø"/>
            </a:pPr>
            <a:r>
              <a:rPr lang="en-US" dirty="0">
                <a:latin typeface="Cambria" pitchFamily="18" charset="0"/>
                <a:ea typeface="Cambria" pitchFamily="18" charset="0"/>
              </a:rPr>
              <a:t>In the linking, the needed shared library is held in virtual memory that helps to save random access memory. </a:t>
            </a:r>
            <a:endParaRPr lang="en-US" dirty="0" smtClean="0">
              <a:latin typeface="Cambria" pitchFamily="18" charset="0"/>
              <a:ea typeface="Cambria" pitchFamily="18" charset="0"/>
            </a:endParaRPr>
          </a:p>
          <a:p>
            <a:pPr marL="457200" indent="-457200">
              <a:buFont typeface="Wingdings" panose="05000000000000000000" pitchFamily="2" charset="2"/>
              <a:buChar char="Ø"/>
            </a:pPr>
            <a:endParaRPr lang="en-US" dirty="0">
              <a:latin typeface="Cambria" pitchFamily="18" charset="0"/>
              <a:ea typeface="Cambria" pitchFamily="18" charset="0"/>
            </a:endParaRPr>
          </a:p>
          <a:p>
            <a:pPr marL="457200" indent="-457200">
              <a:buFont typeface="Wingdings" panose="05000000000000000000" pitchFamily="2" charset="2"/>
              <a:buChar char="Ø"/>
            </a:pPr>
            <a:r>
              <a:rPr lang="en-US" dirty="0">
                <a:latin typeface="Cambria" pitchFamily="18" charset="0"/>
                <a:ea typeface="Cambria" pitchFamily="18" charset="0"/>
              </a:rPr>
              <a:t>This linking fix the address at run time; also, it allows the users to reposition the code in order to smooth running of code. </a:t>
            </a:r>
            <a:endParaRPr lang="en-US" dirty="0" smtClean="0">
              <a:latin typeface="Cambria" pitchFamily="18" charset="0"/>
              <a:ea typeface="Cambria" pitchFamily="18" charset="0"/>
            </a:endParaRPr>
          </a:p>
          <a:p>
            <a:pPr marL="457200" indent="-457200">
              <a:buFont typeface="Wingdings" panose="05000000000000000000" pitchFamily="2" charset="2"/>
              <a:buChar char="Ø"/>
            </a:pPr>
            <a:endParaRPr lang="en-US" dirty="0">
              <a:latin typeface="Cambria" pitchFamily="18" charset="0"/>
              <a:ea typeface="Cambria" pitchFamily="18" charset="0"/>
            </a:endParaRPr>
          </a:p>
          <a:p>
            <a:pPr marL="457200" indent="-457200">
              <a:buFont typeface="Wingdings" panose="05000000000000000000" pitchFamily="2" charset="2"/>
              <a:buChar char="Ø"/>
            </a:pPr>
            <a:r>
              <a:rPr lang="en-US" dirty="0">
                <a:latin typeface="Cambria" pitchFamily="18" charset="0"/>
                <a:ea typeface="Cambria" pitchFamily="18" charset="0"/>
              </a:rPr>
              <a:t>However, it cannot be </a:t>
            </a:r>
            <a:r>
              <a:rPr lang="en-US" dirty="0" err="1" smtClean="0">
                <a:latin typeface="Cambria" pitchFamily="18" charset="0"/>
                <a:ea typeface="Cambria" pitchFamily="18" charset="0"/>
              </a:rPr>
              <a:t>relocatable</a:t>
            </a:r>
            <a:r>
              <a:rPr lang="en-US" dirty="0" smtClean="0">
                <a:latin typeface="Cambria" pitchFamily="18" charset="0"/>
                <a:ea typeface="Cambria" pitchFamily="18" charset="0"/>
              </a:rPr>
              <a:t> </a:t>
            </a:r>
            <a:r>
              <a:rPr lang="en-US" dirty="0">
                <a:latin typeface="Cambria" pitchFamily="18" charset="0"/>
                <a:ea typeface="Cambria" pitchFamily="18" charset="0"/>
              </a:rPr>
              <a:t>all the code.</a:t>
            </a:r>
          </a:p>
        </p:txBody>
      </p:sp>
    </p:spTree>
    <p:extLst>
      <p:ext uri="{BB962C8B-B14F-4D97-AF65-F5344CB8AC3E}">
        <p14:creationId xmlns="" xmlns:p14="http://schemas.microsoft.com/office/powerpoint/2010/main" val="38705436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7"/>
            <a:ext cx="9954657" cy="430887"/>
          </a:xfrm>
        </p:spPr>
        <p:txBody>
          <a:bodyPr/>
          <a:lstStyle/>
          <a:p>
            <a:r>
              <a:rPr lang="en-US" dirty="0">
                <a:latin typeface="Cambria" pitchFamily="18" charset="0"/>
                <a:ea typeface="Cambria" pitchFamily="18" charset="0"/>
              </a:rPr>
              <a:t>Types of linkers</a:t>
            </a:r>
          </a:p>
        </p:txBody>
      </p:sp>
      <p:sp>
        <p:nvSpPr>
          <p:cNvPr id="3" name="Text Placeholder 2"/>
          <p:cNvSpPr>
            <a:spLocks noGrp="1"/>
          </p:cNvSpPr>
          <p:nvPr>
            <p:ph type="body" idx="1"/>
          </p:nvPr>
        </p:nvSpPr>
        <p:spPr>
          <a:xfrm>
            <a:off x="523042" y="609610"/>
            <a:ext cx="11358642" cy="4308872"/>
          </a:xfrm>
          <a:ln>
            <a:solidFill>
              <a:schemeClr val="accent1"/>
            </a:solidFill>
          </a:ln>
        </p:spPr>
        <p:txBody>
          <a:bodyPr/>
          <a:lstStyle/>
          <a:p>
            <a:r>
              <a:rPr lang="en-US" dirty="0">
                <a:latin typeface="Cambria" pitchFamily="18" charset="0"/>
                <a:ea typeface="Cambria" pitchFamily="18" charset="0"/>
              </a:rPr>
              <a:t>There are two </a:t>
            </a:r>
            <a:r>
              <a:rPr lang="en-US" dirty="0">
                <a:solidFill>
                  <a:srgbClr val="FF0000"/>
                </a:solidFill>
                <a:latin typeface="Cambria" pitchFamily="18" charset="0"/>
                <a:ea typeface="Cambria" pitchFamily="18" charset="0"/>
              </a:rPr>
              <a:t>benefits of using the dynamic linking </a:t>
            </a:r>
            <a:endParaRPr lang="en-US" dirty="0" smtClean="0">
              <a:solidFill>
                <a:srgbClr val="FF0000"/>
              </a:solidFill>
              <a:latin typeface="Cambria" pitchFamily="18" charset="0"/>
              <a:ea typeface="Cambria" pitchFamily="18" charset="0"/>
            </a:endParaRPr>
          </a:p>
          <a:p>
            <a:endParaRPr lang="en-US" dirty="0">
              <a:solidFill>
                <a:srgbClr val="FF0000"/>
              </a:solidFill>
              <a:latin typeface="Cambria" pitchFamily="18" charset="0"/>
              <a:ea typeface="Cambria" pitchFamily="18" charset="0"/>
            </a:endParaRPr>
          </a:p>
          <a:p>
            <a:pPr marL="514350" indent="-514350">
              <a:buAutoNum type="arabicParenR"/>
            </a:pPr>
            <a:r>
              <a:rPr lang="en-US" dirty="0" smtClean="0">
                <a:latin typeface="Cambria" pitchFamily="18" charset="0"/>
                <a:ea typeface="Cambria" pitchFamily="18" charset="0"/>
              </a:rPr>
              <a:t>the </a:t>
            </a:r>
            <a:r>
              <a:rPr lang="en-US" dirty="0">
                <a:latin typeface="Cambria" pitchFamily="18" charset="0"/>
                <a:ea typeface="Cambria" pitchFamily="18" charset="0"/>
              </a:rPr>
              <a:t>often-used libraries do not need to store in every single executable file; they only need to store in only one location that helps </a:t>
            </a:r>
            <a:r>
              <a:rPr lang="en-US" dirty="0">
                <a:solidFill>
                  <a:srgbClr val="FF0000"/>
                </a:solidFill>
                <a:latin typeface="Cambria" pitchFamily="18" charset="0"/>
                <a:ea typeface="Cambria" pitchFamily="18" charset="0"/>
              </a:rPr>
              <a:t>to save memory and disk space</a:t>
            </a:r>
            <a:r>
              <a:rPr lang="en-US" dirty="0" smtClean="0">
                <a:latin typeface="Cambria" pitchFamily="18" charset="0"/>
                <a:ea typeface="Cambria" pitchFamily="18" charset="0"/>
              </a:rPr>
              <a:t>.</a:t>
            </a:r>
          </a:p>
          <a:p>
            <a:pPr marL="514350" indent="-514350"/>
            <a:endParaRPr lang="en-US" dirty="0">
              <a:latin typeface="Cambria" pitchFamily="18" charset="0"/>
              <a:ea typeface="Cambria" pitchFamily="18" charset="0"/>
            </a:endParaRPr>
          </a:p>
          <a:p>
            <a:r>
              <a:rPr lang="en-US" dirty="0">
                <a:latin typeface="Cambria" pitchFamily="18" charset="0"/>
                <a:ea typeface="Cambria" pitchFamily="18" charset="0"/>
              </a:rPr>
              <a:t>2) In the library function, if a bug is corrected with the help of replacing the library, all problems using it dynamically, after restarting them will get benefit from the correction. Otherwise, programs would have to be re-linked first if they include this function by static linking</a:t>
            </a:r>
            <a:r>
              <a:rPr lang="en-US" dirty="0" smtClean="0">
                <a:latin typeface="Cambria" pitchFamily="18" charset="0"/>
                <a:ea typeface="Cambria" pitchFamily="18" charset="0"/>
              </a:rPr>
              <a:t>.</a:t>
            </a:r>
            <a:endParaRPr lang="en-US" dirty="0">
              <a:latin typeface="Cambria" pitchFamily="18" charset="0"/>
              <a:ea typeface="Cambria" pitchFamily="18" charset="0"/>
            </a:endParaRPr>
          </a:p>
        </p:txBody>
      </p:sp>
    </p:spTree>
    <p:extLst>
      <p:ext uri="{BB962C8B-B14F-4D97-AF65-F5344CB8AC3E}">
        <p14:creationId xmlns="" xmlns:p14="http://schemas.microsoft.com/office/powerpoint/2010/main" val="316221191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7"/>
            <a:ext cx="9954657" cy="430887"/>
          </a:xfrm>
        </p:spPr>
        <p:txBody>
          <a:bodyPr/>
          <a:lstStyle/>
          <a:p>
            <a:r>
              <a:rPr lang="en-GB" dirty="0">
                <a:latin typeface="Cambria" pitchFamily="18" charset="0"/>
                <a:ea typeface="Cambria" pitchFamily="18" charset="0"/>
              </a:rPr>
              <a:t>Quiz</a:t>
            </a:r>
            <a:endParaRPr lang="en-IN" dirty="0">
              <a:latin typeface="Cambria" pitchFamily="18" charset="0"/>
              <a:ea typeface="Cambria" pitchFamily="18" charset="0"/>
            </a:endParaRPr>
          </a:p>
        </p:txBody>
      </p:sp>
      <p:sp>
        <p:nvSpPr>
          <p:cNvPr id="3" name="Text Placeholder 2"/>
          <p:cNvSpPr>
            <a:spLocks noGrp="1"/>
          </p:cNvSpPr>
          <p:nvPr>
            <p:ph type="body" idx="1"/>
          </p:nvPr>
        </p:nvSpPr>
        <p:spPr>
          <a:xfrm>
            <a:off x="101589" y="609602"/>
            <a:ext cx="11930080" cy="2936253"/>
          </a:xfrm>
        </p:spPr>
        <p:txBody>
          <a:bodyPr/>
          <a:lstStyle/>
          <a:p>
            <a:pPr marL="457200" indent="-457200">
              <a:buFont typeface="Arial" panose="020B0604020202020204" pitchFamily="34" charset="0"/>
              <a:buChar char="•"/>
            </a:pPr>
            <a:r>
              <a:rPr lang="en-GB" dirty="0">
                <a:latin typeface="Cambria" pitchFamily="18" charset="0"/>
                <a:ea typeface="Cambria" pitchFamily="18" charset="0"/>
              </a:rPr>
              <a:t>The software that brings the object module to memory is _____________.</a:t>
            </a:r>
          </a:p>
          <a:p>
            <a:pPr marL="457200" indent="-457200">
              <a:buFont typeface="Arial" panose="020B0604020202020204" pitchFamily="34" charset="0"/>
              <a:buChar char="•"/>
            </a:pPr>
            <a:r>
              <a:rPr lang="en-GB" dirty="0">
                <a:latin typeface="Cambria" pitchFamily="18" charset="0"/>
                <a:ea typeface="Cambria" pitchFamily="18" charset="0"/>
              </a:rPr>
              <a:t>The software the combines / connects two or more object modules is _______.</a:t>
            </a:r>
          </a:p>
          <a:p>
            <a:pPr marL="457200" indent="-457200">
              <a:buFont typeface="Arial" panose="020B0604020202020204" pitchFamily="34" charset="0"/>
              <a:buChar char="•"/>
            </a:pPr>
            <a:r>
              <a:rPr lang="en-GB" dirty="0">
                <a:latin typeface="Cambria" pitchFamily="18" charset="0"/>
                <a:ea typeface="Cambria" pitchFamily="18" charset="0"/>
              </a:rPr>
              <a:t>Relocation is done when, there is change in _____ of memory.</a:t>
            </a:r>
          </a:p>
          <a:p>
            <a:pPr marL="457200" indent="-457200">
              <a:lnSpc>
                <a:spcPct val="150000"/>
              </a:lnSpc>
              <a:buFont typeface="Arial" panose="020B0604020202020204" pitchFamily="34" charset="0"/>
              <a:buChar char="•"/>
            </a:pPr>
            <a:endParaRPr lang="en-GB" dirty="0">
              <a:latin typeface="Cambria" pitchFamily="18" charset="0"/>
              <a:ea typeface="Cambria" pitchFamily="18" charset="0"/>
            </a:endParaRPr>
          </a:p>
          <a:p>
            <a:pPr marL="457200" indent="-457200">
              <a:lnSpc>
                <a:spcPct val="150000"/>
              </a:lnSpc>
              <a:buFont typeface="Arial" panose="020B0604020202020204" pitchFamily="34" charset="0"/>
              <a:buChar char="•"/>
            </a:pPr>
            <a:endParaRPr lang="en-GB" dirty="0">
              <a:latin typeface="Cambria" pitchFamily="18" charset="0"/>
              <a:ea typeface="Cambria" pitchFamily="18" charset="0"/>
            </a:endParaRPr>
          </a:p>
        </p:txBody>
      </p:sp>
    </p:spTree>
    <p:extLst>
      <p:ext uri="{BB962C8B-B14F-4D97-AF65-F5344CB8AC3E}">
        <p14:creationId xmlns="" xmlns:p14="http://schemas.microsoft.com/office/powerpoint/2010/main" val="577302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140" y="304800"/>
            <a:ext cx="2819033" cy="838200"/>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smtClean="0">
                <a:ln>
                  <a:noFill/>
                </a:ln>
                <a:solidFill>
                  <a:srgbClr val="FF0000"/>
                </a:solidFill>
                <a:effectLst/>
                <a:uLnTx/>
                <a:uFillTx/>
                <a:latin typeface="Cambria" pitchFamily="18" charset="0"/>
                <a:ea typeface="Cambria" pitchFamily="18" charset="0"/>
                <a:cs typeface="+mj-cs"/>
              </a:rPr>
              <a:t>Lecture 9</a:t>
            </a:r>
            <a:endParaRPr kumimoji="0" lang="en-US" sz="3200" b="1" i="0" u="none" strike="noStrike" kern="0" cap="none" spc="0" normalizeH="0" baseline="0" noProof="0" dirty="0">
              <a:ln>
                <a:noFill/>
              </a:ln>
              <a:solidFill>
                <a:srgbClr val="FF0000"/>
              </a:solidFill>
              <a:effectLst/>
              <a:uLnTx/>
              <a:uFillTx/>
              <a:latin typeface="Cambria" pitchFamily="18" charset="0"/>
              <a:ea typeface="Cambria" pitchFamily="18" charset="0"/>
              <a:cs typeface="+mj-cs"/>
            </a:endParaRPr>
          </a:p>
        </p:txBody>
      </p:sp>
      <p:sp>
        <p:nvSpPr>
          <p:cNvPr id="3" name="Rectangle 1"/>
          <p:cNvSpPr>
            <a:spLocks noChangeArrowheads="1"/>
          </p:cNvSpPr>
          <p:nvPr/>
        </p:nvSpPr>
        <p:spPr bwMode="auto">
          <a:xfrm>
            <a:off x="546018" y="1214422"/>
            <a:ext cx="11644395" cy="2062103"/>
          </a:xfrm>
          <a:prstGeom prst="rect">
            <a:avLst/>
          </a:prstGeom>
          <a:noFill/>
          <a:ln w="28575">
            <a:solidFill>
              <a:schemeClr val="accent5">
                <a:lumMod val="7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3200" b="1" dirty="0" smtClean="0">
                <a:latin typeface="Cambria" pitchFamily="18" charset="0"/>
                <a:ea typeface="Cambria" pitchFamily="18" charset="0"/>
                <a:cs typeface="Arial" pitchFamily="34" charset="0"/>
              </a:rPr>
              <a:t>Overview of Operating System Structure</a:t>
            </a:r>
          </a:p>
          <a:p>
            <a:pPr lvl="0" fontAlgn="base">
              <a:spcBef>
                <a:spcPct val="0"/>
              </a:spcBef>
              <a:spcAft>
                <a:spcPct val="0"/>
              </a:spcAft>
            </a:pPr>
            <a:endParaRPr lang="en-US" sz="3200" b="1" dirty="0" smtClean="0">
              <a:latin typeface="Cambria" pitchFamily="18" charset="0"/>
              <a:ea typeface="Cambria" pitchFamily="18" charset="0"/>
              <a:cs typeface="Arial" pitchFamily="34" charset="0"/>
            </a:endParaRP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LO1: List of the design policies of OS</a:t>
            </a: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LO2: Explain the OS implementation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711107" y="11"/>
            <a:ext cx="10358060" cy="695325"/>
          </a:xfrm>
          <a:prstGeom prst="rect">
            <a:avLst/>
          </a:prstGeom>
        </p:spPr>
        <p:txBody>
          <a:bodyPr vert="horz" wrap="square" lIns="0" tIns="12065" rIns="0" bIns="0" rtlCol="0">
            <a:spAutoFit/>
          </a:bodyPr>
          <a:lstStyle/>
          <a:p>
            <a:pPr marL="12700">
              <a:lnSpc>
                <a:spcPct val="100000"/>
              </a:lnSpc>
              <a:spcBef>
                <a:spcPts val="95"/>
              </a:spcBef>
            </a:pPr>
            <a:r>
              <a:rPr sz="4400" spc="-15" dirty="0">
                <a:latin typeface="Cambria" pitchFamily="18" charset="0"/>
                <a:ea typeface="Cambria" pitchFamily="18" charset="0"/>
                <a:cs typeface="Caladea"/>
              </a:rPr>
              <a:t>Operating </a:t>
            </a:r>
            <a:r>
              <a:rPr sz="4400" spc="-35" dirty="0">
                <a:latin typeface="Cambria" pitchFamily="18" charset="0"/>
                <a:ea typeface="Cambria" pitchFamily="18" charset="0"/>
                <a:cs typeface="Caladea"/>
              </a:rPr>
              <a:t>System</a:t>
            </a:r>
            <a:r>
              <a:rPr sz="4400" spc="15" dirty="0">
                <a:latin typeface="Cambria" pitchFamily="18" charset="0"/>
                <a:ea typeface="Cambria" pitchFamily="18" charset="0"/>
                <a:cs typeface="Caladea"/>
              </a:rPr>
              <a:t> </a:t>
            </a:r>
            <a:r>
              <a:rPr sz="4400" spc="-15" dirty="0">
                <a:latin typeface="Cambria" pitchFamily="18" charset="0"/>
                <a:ea typeface="Cambria" pitchFamily="18" charset="0"/>
                <a:cs typeface="Caladea"/>
              </a:rPr>
              <a:t>Structure</a:t>
            </a:r>
            <a:endParaRPr sz="4400" dirty="0">
              <a:latin typeface="Cambria" pitchFamily="18" charset="0"/>
              <a:ea typeface="Cambria" pitchFamily="18" charset="0"/>
              <a:cs typeface="Caladea"/>
            </a:endParaRPr>
          </a:p>
        </p:txBody>
      </p:sp>
      <p:sp>
        <p:nvSpPr>
          <p:cNvPr id="3" name="object 3"/>
          <p:cNvSpPr txBox="1"/>
          <p:nvPr/>
        </p:nvSpPr>
        <p:spPr>
          <a:xfrm>
            <a:off x="101589" y="695337"/>
            <a:ext cx="11987238" cy="4784643"/>
          </a:xfrm>
          <a:prstGeom prst="rect">
            <a:avLst/>
          </a:prstGeom>
          <a:ln>
            <a:solidFill>
              <a:schemeClr val="accent1"/>
            </a:solidFill>
          </a:ln>
        </p:spPr>
        <p:txBody>
          <a:bodyPr vert="horz" wrap="square" lIns="0" tIns="97790" rIns="0" bIns="0" rtlCol="0">
            <a:spAutoFit/>
          </a:bodyPr>
          <a:lstStyle/>
          <a:p>
            <a:pPr marL="241300" indent="-228600" algn="just">
              <a:lnSpc>
                <a:spcPct val="100000"/>
              </a:lnSpc>
              <a:spcBef>
                <a:spcPts val="770"/>
              </a:spcBef>
              <a:buFont typeface="Arial"/>
              <a:buChar char="•"/>
              <a:tabLst>
                <a:tab pos="241300" algn="l"/>
              </a:tabLst>
            </a:pPr>
            <a:r>
              <a:rPr sz="2400" dirty="0">
                <a:latin typeface="Cambria" pitchFamily="18" charset="0"/>
                <a:ea typeface="Cambria" pitchFamily="18" charset="0"/>
                <a:cs typeface="Caladea"/>
              </a:rPr>
              <a:t>OS </a:t>
            </a:r>
            <a:r>
              <a:rPr sz="2400" spc="5" dirty="0">
                <a:latin typeface="Cambria" pitchFamily="18" charset="0"/>
                <a:ea typeface="Cambria" pitchFamily="18" charset="0"/>
                <a:cs typeface="Caladea"/>
              </a:rPr>
              <a:t>is</a:t>
            </a:r>
            <a:r>
              <a:rPr lang="en-US" sz="2400" spc="5" dirty="0">
                <a:latin typeface="Cambria" pitchFamily="18" charset="0"/>
                <a:ea typeface="Cambria" pitchFamily="18" charset="0"/>
                <a:cs typeface="Caladea"/>
              </a:rPr>
              <a:t> an huge collection of </a:t>
            </a:r>
            <a:r>
              <a:rPr sz="2400" spc="-15" dirty="0">
                <a:latin typeface="Cambria" pitchFamily="18" charset="0"/>
                <a:ea typeface="Cambria" pitchFamily="18" charset="0"/>
                <a:cs typeface="Caladea"/>
              </a:rPr>
              <a:t>program</a:t>
            </a:r>
            <a:r>
              <a:rPr lang="en-US" sz="2400" spc="-15" dirty="0">
                <a:latin typeface="Cambria" pitchFamily="18" charset="0"/>
                <a:ea typeface="Cambria" pitchFamily="18" charset="0"/>
                <a:cs typeface="Caladea"/>
              </a:rPr>
              <a:t>s</a:t>
            </a:r>
          </a:p>
          <a:p>
            <a:pPr marL="241300" indent="-228600" algn="just">
              <a:lnSpc>
                <a:spcPct val="100000"/>
              </a:lnSpc>
              <a:spcBef>
                <a:spcPts val="770"/>
              </a:spcBef>
              <a:buFont typeface="Arial"/>
              <a:buChar char="•"/>
              <a:tabLst>
                <a:tab pos="241300" algn="l"/>
              </a:tabLst>
            </a:pPr>
            <a:r>
              <a:rPr lang="en-US" sz="2400" spc="-15" dirty="0">
                <a:latin typeface="Cambria" pitchFamily="18" charset="0"/>
                <a:ea typeface="Cambria" pitchFamily="18" charset="0"/>
                <a:cs typeface="Caladea"/>
              </a:rPr>
              <a:t>So it is very complex to design, to make functioning, to organize, to manage such a large set of programs</a:t>
            </a:r>
          </a:p>
          <a:p>
            <a:pPr marL="241300" indent="-228600" algn="just">
              <a:lnSpc>
                <a:spcPct val="100000"/>
              </a:lnSpc>
              <a:spcBef>
                <a:spcPts val="770"/>
              </a:spcBef>
              <a:buFont typeface="Arial"/>
              <a:buChar char="•"/>
              <a:tabLst>
                <a:tab pos="241300" algn="l"/>
              </a:tabLst>
            </a:pPr>
            <a:r>
              <a:rPr lang="en-US" sz="2400" spc="-15" dirty="0">
                <a:latin typeface="Cambria" pitchFamily="18" charset="0"/>
                <a:ea typeface="Cambria" pitchFamily="18" charset="0"/>
                <a:cs typeface="Caladea"/>
              </a:rPr>
              <a:t>So, it is better to partition the task into small components rather than having one monolithic system</a:t>
            </a:r>
          </a:p>
          <a:p>
            <a:pPr marL="241300" indent="-228600" algn="just">
              <a:lnSpc>
                <a:spcPct val="100000"/>
              </a:lnSpc>
              <a:spcBef>
                <a:spcPts val="770"/>
              </a:spcBef>
              <a:buFont typeface="Arial"/>
              <a:buChar char="•"/>
              <a:tabLst>
                <a:tab pos="241300" algn="l"/>
              </a:tabLst>
            </a:pPr>
            <a:r>
              <a:rPr lang="en-US" sz="2400" spc="-15" dirty="0">
                <a:latin typeface="Cambria" pitchFamily="18" charset="0"/>
                <a:ea typeface="Cambria" pitchFamily="18" charset="0"/>
                <a:cs typeface="Caladea"/>
              </a:rPr>
              <a:t>Each of these modules should be well-defined portion of the system with carefully defined inputs, outputs &amp; functions</a:t>
            </a:r>
            <a:endParaRPr sz="2400" dirty="0">
              <a:latin typeface="Cambria" pitchFamily="18" charset="0"/>
              <a:ea typeface="Cambria" pitchFamily="18" charset="0"/>
              <a:cs typeface="Caladea"/>
            </a:endParaRPr>
          </a:p>
          <a:p>
            <a:pPr marL="241300" indent="-228600" algn="just">
              <a:lnSpc>
                <a:spcPct val="100000"/>
              </a:lnSpc>
              <a:spcBef>
                <a:spcPts val="675"/>
              </a:spcBef>
              <a:buFont typeface="Arial"/>
              <a:buChar char="•"/>
              <a:tabLst>
                <a:tab pos="241300" algn="l"/>
              </a:tabLst>
            </a:pPr>
            <a:r>
              <a:rPr sz="2400" spc="-25" dirty="0">
                <a:latin typeface="Cambria" pitchFamily="18" charset="0"/>
                <a:ea typeface="Cambria" pitchFamily="18" charset="0"/>
                <a:cs typeface="Caladea"/>
              </a:rPr>
              <a:t>Various </a:t>
            </a:r>
            <a:r>
              <a:rPr sz="2400" spc="-30" dirty="0">
                <a:latin typeface="Cambria" pitchFamily="18" charset="0"/>
                <a:ea typeface="Cambria" pitchFamily="18" charset="0"/>
                <a:cs typeface="Caladea"/>
              </a:rPr>
              <a:t>ways </a:t>
            </a:r>
            <a:r>
              <a:rPr sz="2400" spc="-10" dirty="0">
                <a:latin typeface="Cambria" pitchFamily="18" charset="0"/>
                <a:ea typeface="Cambria" pitchFamily="18" charset="0"/>
                <a:cs typeface="Caladea"/>
              </a:rPr>
              <a:t>to </a:t>
            </a:r>
            <a:r>
              <a:rPr sz="2400" spc="-5" dirty="0">
                <a:latin typeface="Cambria" pitchFamily="18" charset="0"/>
                <a:ea typeface="Cambria" pitchFamily="18" charset="0"/>
                <a:cs typeface="Caladea"/>
              </a:rPr>
              <a:t>structure</a:t>
            </a:r>
            <a:r>
              <a:rPr sz="2400" spc="-100" dirty="0">
                <a:latin typeface="Cambria" pitchFamily="18" charset="0"/>
                <a:ea typeface="Cambria" pitchFamily="18" charset="0"/>
                <a:cs typeface="Caladea"/>
              </a:rPr>
              <a:t> </a:t>
            </a:r>
            <a:r>
              <a:rPr sz="2400" dirty="0">
                <a:latin typeface="Cambria" pitchFamily="18" charset="0"/>
                <a:ea typeface="Cambria" pitchFamily="18" charset="0"/>
                <a:cs typeface="Caladea"/>
              </a:rPr>
              <a:t>ones</a:t>
            </a:r>
          </a:p>
          <a:p>
            <a:pPr marL="698500" lvl="1" indent="-229235" algn="just">
              <a:lnSpc>
                <a:spcPct val="100000"/>
              </a:lnSpc>
              <a:spcBef>
                <a:spcPts val="235"/>
              </a:spcBef>
              <a:buFont typeface="Arial"/>
              <a:buChar char="•"/>
              <a:tabLst>
                <a:tab pos="699135" algn="l"/>
              </a:tabLst>
            </a:pPr>
            <a:r>
              <a:rPr sz="2000" dirty="0">
                <a:latin typeface="Cambria" pitchFamily="18" charset="0"/>
                <a:ea typeface="Cambria" pitchFamily="18" charset="0"/>
                <a:cs typeface="Caladea"/>
              </a:rPr>
              <a:t>Simple </a:t>
            </a:r>
            <a:r>
              <a:rPr sz="2000" spc="-10" dirty="0">
                <a:latin typeface="Cambria" pitchFamily="18" charset="0"/>
                <a:ea typeface="Cambria" pitchFamily="18" charset="0"/>
                <a:cs typeface="Caladea"/>
              </a:rPr>
              <a:t>structure </a:t>
            </a:r>
            <a:r>
              <a:rPr sz="2000" dirty="0">
                <a:latin typeface="Cambria" pitchFamily="18" charset="0"/>
                <a:ea typeface="Cambria" pitchFamily="18" charset="0"/>
                <a:cs typeface="Caladea"/>
              </a:rPr>
              <a:t>–</a:t>
            </a:r>
            <a:r>
              <a:rPr sz="2000" spc="-10" dirty="0">
                <a:latin typeface="Cambria" pitchFamily="18" charset="0"/>
                <a:ea typeface="Cambria" pitchFamily="18" charset="0"/>
                <a:cs typeface="Caladea"/>
              </a:rPr>
              <a:t> </a:t>
            </a:r>
            <a:r>
              <a:rPr sz="2000" dirty="0">
                <a:latin typeface="Cambria" pitchFamily="18" charset="0"/>
                <a:ea typeface="Cambria" pitchFamily="18" charset="0"/>
                <a:cs typeface="Caladea"/>
              </a:rPr>
              <a:t>MS-DOS</a:t>
            </a:r>
          </a:p>
          <a:p>
            <a:pPr marL="698500" lvl="1" indent="-229235" algn="just">
              <a:lnSpc>
                <a:spcPct val="100000"/>
              </a:lnSpc>
              <a:spcBef>
                <a:spcPts val="215"/>
              </a:spcBef>
              <a:buFont typeface="Arial"/>
              <a:buChar char="•"/>
              <a:tabLst>
                <a:tab pos="699135" algn="l"/>
              </a:tabLst>
            </a:pPr>
            <a:r>
              <a:rPr sz="2000" spc="-10" dirty="0">
                <a:latin typeface="Cambria" pitchFamily="18" charset="0"/>
                <a:ea typeface="Cambria" pitchFamily="18" charset="0"/>
                <a:cs typeface="Caladea"/>
              </a:rPr>
              <a:t>More complex </a:t>
            </a:r>
            <a:r>
              <a:rPr sz="2000" spc="-5" dirty="0">
                <a:latin typeface="Cambria" pitchFamily="18" charset="0"/>
                <a:ea typeface="Cambria" pitchFamily="18" charset="0"/>
                <a:cs typeface="Caladea"/>
              </a:rPr>
              <a:t>--</a:t>
            </a:r>
            <a:r>
              <a:rPr sz="2000" spc="30" dirty="0">
                <a:latin typeface="Cambria" pitchFamily="18" charset="0"/>
                <a:ea typeface="Cambria" pitchFamily="18" charset="0"/>
                <a:cs typeface="Caladea"/>
              </a:rPr>
              <a:t> </a:t>
            </a:r>
            <a:r>
              <a:rPr sz="2000" spc="-5" dirty="0">
                <a:latin typeface="Cambria" pitchFamily="18" charset="0"/>
                <a:ea typeface="Cambria" pitchFamily="18" charset="0"/>
                <a:cs typeface="Caladea"/>
              </a:rPr>
              <a:t>UNIX</a:t>
            </a:r>
            <a:endParaRPr sz="2000" dirty="0">
              <a:latin typeface="Cambria" pitchFamily="18" charset="0"/>
              <a:ea typeface="Cambria" pitchFamily="18" charset="0"/>
              <a:cs typeface="Caladea"/>
            </a:endParaRPr>
          </a:p>
          <a:p>
            <a:pPr marL="698500" lvl="1" indent="-229235" algn="just">
              <a:lnSpc>
                <a:spcPct val="100000"/>
              </a:lnSpc>
              <a:spcBef>
                <a:spcPts val="195"/>
              </a:spcBef>
              <a:buFont typeface="Arial"/>
              <a:buChar char="•"/>
              <a:tabLst>
                <a:tab pos="699135" algn="l"/>
              </a:tabLst>
            </a:pPr>
            <a:r>
              <a:rPr sz="2000" spc="-20" dirty="0">
                <a:latin typeface="Cambria" pitchFamily="18" charset="0"/>
                <a:ea typeface="Cambria" pitchFamily="18" charset="0"/>
                <a:cs typeface="Caladea"/>
              </a:rPr>
              <a:t>Layered </a:t>
            </a:r>
            <a:r>
              <a:rPr sz="2000" dirty="0">
                <a:latin typeface="Cambria" pitchFamily="18" charset="0"/>
                <a:ea typeface="Cambria" pitchFamily="18" charset="0"/>
                <a:cs typeface="Caladea"/>
              </a:rPr>
              <a:t>– </a:t>
            </a:r>
            <a:r>
              <a:rPr sz="2000" spc="-5" dirty="0">
                <a:latin typeface="Cambria" pitchFamily="18" charset="0"/>
                <a:ea typeface="Cambria" pitchFamily="18" charset="0"/>
                <a:cs typeface="Caladea"/>
              </a:rPr>
              <a:t>an</a:t>
            </a:r>
            <a:r>
              <a:rPr sz="2000" spc="15" dirty="0">
                <a:latin typeface="Cambria" pitchFamily="18" charset="0"/>
                <a:ea typeface="Cambria" pitchFamily="18" charset="0"/>
                <a:cs typeface="Caladea"/>
              </a:rPr>
              <a:t> </a:t>
            </a:r>
            <a:r>
              <a:rPr sz="2000" spc="-5" dirty="0">
                <a:latin typeface="Cambria" pitchFamily="18" charset="0"/>
                <a:ea typeface="Cambria" pitchFamily="18" charset="0"/>
                <a:cs typeface="Caladea"/>
              </a:rPr>
              <a:t>abstrcation</a:t>
            </a:r>
            <a:endParaRPr sz="2000" dirty="0">
              <a:latin typeface="Cambria" pitchFamily="18" charset="0"/>
              <a:ea typeface="Cambria" pitchFamily="18" charset="0"/>
              <a:cs typeface="Caladea"/>
            </a:endParaRPr>
          </a:p>
          <a:p>
            <a:pPr marL="698500" lvl="1" indent="-229235" algn="just">
              <a:lnSpc>
                <a:spcPct val="100000"/>
              </a:lnSpc>
              <a:spcBef>
                <a:spcPts val="215"/>
              </a:spcBef>
              <a:buFont typeface="Arial"/>
              <a:buChar char="•"/>
              <a:tabLst>
                <a:tab pos="699135" algn="l"/>
              </a:tabLst>
            </a:pPr>
            <a:r>
              <a:rPr sz="2000" spc="-10" dirty="0">
                <a:latin typeface="Cambria" pitchFamily="18" charset="0"/>
                <a:ea typeface="Cambria" pitchFamily="18" charset="0"/>
                <a:cs typeface="Caladea"/>
              </a:rPr>
              <a:t>Microkernel </a:t>
            </a:r>
            <a:r>
              <a:rPr sz="2000" spc="-5" dirty="0">
                <a:latin typeface="Cambria" pitchFamily="18" charset="0"/>
                <a:ea typeface="Cambria" pitchFamily="18" charset="0"/>
                <a:cs typeface="Caladea"/>
              </a:rPr>
              <a:t>-Mach</a:t>
            </a:r>
            <a:endParaRPr sz="2000" dirty="0">
              <a:latin typeface="Cambria" pitchFamily="18" charset="0"/>
              <a:ea typeface="Cambria" pitchFamily="18" charset="0"/>
              <a:cs typeface="Calad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29219" y="0"/>
            <a:ext cx="10650628" cy="695325"/>
          </a:xfrm>
          <a:prstGeom prst="rect">
            <a:avLst/>
          </a:prstGeom>
        </p:spPr>
        <p:txBody>
          <a:bodyPr vert="horz" wrap="square" lIns="0" tIns="12065" rIns="0" bIns="0" rtlCol="0">
            <a:spAutoFit/>
          </a:bodyPr>
          <a:lstStyle/>
          <a:p>
            <a:pPr marL="12700">
              <a:lnSpc>
                <a:spcPct val="100000"/>
              </a:lnSpc>
              <a:spcBef>
                <a:spcPts val="95"/>
              </a:spcBef>
              <a:tabLst>
                <a:tab pos="4265295" algn="l"/>
              </a:tabLst>
            </a:pPr>
            <a:r>
              <a:rPr sz="4400" spc="-10" dirty="0">
                <a:latin typeface="Cambria" pitchFamily="18" charset="0"/>
                <a:ea typeface="Cambria" pitchFamily="18" charset="0"/>
                <a:cs typeface="Caladea"/>
              </a:rPr>
              <a:t>Simple</a:t>
            </a:r>
            <a:r>
              <a:rPr sz="4400" spc="45" dirty="0">
                <a:latin typeface="Cambria" pitchFamily="18" charset="0"/>
                <a:ea typeface="Cambria" pitchFamily="18" charset="0"/>
                <a:cs typeface="Caladea"/>
              </a:rPr>
              <a:t> </a:t>
            </a:r>
            <a:r>
              <a:rPr sz="4400" spc="-15" dirty="0">
                <a:latin typeface="Cambria" pitchFamily="18" charset="0"/>
                <a:ea typeface="Cambria" pitchFamily="18" charset="0"/>
                <a:cs typeface="Caladea"/>
              </a:rPr>
              <a:t>Structure	</a:t>
            </a:r>
            <a:r>
              <a:rPr sz="4400" spc="-5" dirty="0">
                <a:latin typeface="Cambria" pitchFamily="18" charset="0"/>
                <a:ea typeface="Cambria" pitchFamily="18" charset="0"/>
                <a:cs typeface="Caladea"/>
              </a:rPr>
              <a:t>--</a:t>
            </a:r>
            <a:r>
              <a:rPr sz="4400" spc="-55" dirty="0">
                <a:latin typeface="Cambria" pitchFamily="18" charset="0"/>
                <a:ea typeface="Cambria" pitchFamily="18" charset="0"/>
                <a:cs typeface="Caladea"/>
              </a:rPr>
              <a:t> </a:t>
            </a:r>
            <a:r>
              <a:rPr sz="4400" spc="-5" dirty="0">
                <a:latin typeface="Cambria" pitchFamily="18" charset="0"/>
                <a:ea typeface="Cambria" pitchFamily="18" charset="0"/>
                <a:cs typeface="Caladea"/>
              </a:rPr>
              <a:t>MS-DOS</a:t>
            </a:r>
            <a:endParaRPr sz="4400" dirty="0">
              <a:latin typeface="Cambria" pitchFamily="18" charset="0"/>
              <a:ea typeface="Cambria" pitchFamily="18" charset="0"/>
              <a:cs typeface="Caladea"/>
            </a:endParaRPr>
          </a:p>
        </p:txBody>
      </p:sp>
      <p:sp>
        <p:nvSpPr>
          <p:cNvPr id="3" name="object 3"/>
          <p:cNvSpPr txBox="1"/>
          <p:nvPr/>
        </p:nvSpPr>
        <p:spPr>
          <a:xfrm>
            <a:off x="380166" y="1142984"/>
            <a:ext cx="5703668" cy="2999924"/>
          </a:xfrm>
          <a:prstGeom prst="rect">
            <a:avLst/>
          </a:prstGeom>
          <a:ln>
            <a:solidFill>
              <a:schemeClr val="accent1"/>
            </a:solidFill>
          </a:ln>
        </p:spPr>
        <p:txBody>
          <a:bodyPr vert="horz" wrap="square" lIns="0" tIns="56515" rIns="0" bIns="0" rtlCol="0">
            <a:spAutoFit/>
          </a:bodyPr>
          <a:lstStyle/>
          <a:p>
            <a:pPr marL="241300" marR="352425" indent="-228600">
              <a:lnSpc>
                <a:spcPct val="90000"/>
              </a:lnSpc>
              <a:spcBef>
                <a:spcPts val="445"/>
              </a:spcBef>
              <a:buFont typeface="Arial"/>
              <a:buChar char="•"/>
              <a:tabLst>
                <a:tab pos="241300" algn="l"/>
              </a:tabLst>
            </a:pPr>
            <a:r>
              <a:rPr sz="2800" spc="-5" dirty="0">
                <a:latin typeface="Cambria" pitchFamily="18" charset="0"/>
                <a:ea typeface="Cambria" pitchFamily="18" charset="0"/>
                <a:cs typeface="Caladea"/>
              </a:rPr>
              <a:t>MS-DOS </a:t>
            </a:r>
            <a:r>
              <a:rPr sz="2800" spc="5" dirty="0">
                <a:latin typeface="Cambria" pitchFamily="18" charset="0"/>
                <a:ea typeface="Cambria" pitchFamily="18" charset="0"/>
                <a:cs typeface="Caladea"/>
              </a:rPr>
              <a:t>– </a:t>
            </a:r>
            <a:r>
              <a:rPr sz="2800" dirty="0">
                <a:latin typeface="Cambria" pitchFamily="18" charset="0"/>
                <a:ea typeface="Cambria" pitchFamily="18" charset="0"/>
                <a:cs typeface="Caladea"/>
              </a:rPr>
              <a:t>written</a:t>
            </a:r>
            <a:r>
              <a:rPr sz="2800" spc="-160" dirty="0">
                <a:latin typeface="Cambria" pitchFamily="18" charset="0"/>
                <a:ea typeface="Cambria" pitchFamily="18" charset="0"/>
                <a:cs typeface="Caladea"/>
              </a:rPr>
              <a:t> </a:t>
            </a:r>
            <a:r>
              <a:rPr sz="2800" spc="-10" dirty="0">
                <a:latin typeface="Cambria" pitchFamily="18" charset="0"/>
                <a:ea typeface="Cambria" pitchFamily="18" charset="0"/>
                <a:cs typeface="Caladea"/>
              </a:rPr>
              <a:t>to  </a:t>
            </a:r>
            <a:r>
              <a:rPr sz="2800" spc="-15" dirty="0">
                <a:latin typeface="Cambria" pitchFamily="18" charset="0"/>
                <a:ea typeface="Cambria" pitchFamily="18" charset="0"/>
                <a:cs typeface="Caladea"/>
              </a:rPr>
              <a:t>provide </a:t>
            </a:r>
            <a:r>
              <a:rPr sz="2800" spc="5" dirty="0">
                <a:latin typeface="Cambria" pitchFamily="18" charset="0"/>
                <a:ea typeface="Cambria" pitchFamily="18" charset="0"/>
                <a:cs typeface="Caladea"/>
              </a:rPr>
              <a:t>the </a:t>
            </a:r>
            <a:r>
              <a:rPr sz="2800" spc="-5" dirty="0">
                <a:latin typeface="Cambria" pitchFamily="18" charset="0"/>
                <a:ea typeface="Cambria" pitchFamily="18" charset="0"/>
                <a:cs typeface="Caladea"/>
              </a:rPr>
              <a:t>most  </a:t>
            </a:r>
            <a:r>
              <a:rPr sz="2800" dirty="0">
                <a:latin typeface="Cambria" pitchFamily="18" charset="0"/>
                <a:ea typeface="Cambria" pitchFamily="18" charset="0"/>
                <a:cs typeface="Caladea"/>
              </a:rPr>
              <a:t>functionality </a:t>
            </a:r>
            <a:r>
              <a:rPr sz="2800" spc="5" dirty="0">
                <a:latin typeface="Cambria" pitchFamily="18" charset="0"/>
                <a:ea typeface="Cambria" pitchFamily="18" charset="0"/>
                <a:cs typeface="Caladea"/>
              </a:rPr>
              <a:t>in the  </a:t>
            </a:r>
            <a:r>
              <a:rPr sz="2800" spc="-5" dirty="0">
                <a:latin typeface="Cambria" pitchFamily="18" charset="0"/>
                <a:ea typeface="Cambria" pitchFamily="18" charset="0"/>
                <a:cs typeface="Caladea"/>
              </a:rPr>
              <a:t>least</a:t>
            </a:r>
            <a:r>
              <a:rPr sz="2800" spc="-45" dirty="0">
                <a:latin typeface="Cambria" pitchFamily="18" charset="0"/>
                <a:ea typeface="Cambria" pitchFamily="18" charset="0"/>
                <a:cs typeface="Caladea"/>
              </a:rPr>
              <a:t> </a:t>
            </a:r>
            <a:r>
              <a:rPr sz="2800" spc="-5" dirty="0">
                <a:latin typeface="Cambria" pitchFamily="18" charset="0"/>
                <a:ea typeface="Cambria" pitchFamily="18" charset="0"/>
                <a:cs typeface="Caladea"/>
              </a:rPr>
              <a:t>space</a:t>
            </a:r>
            <a:endParaRPr sz="2800" dirty="0">
              <a:latin typeface="Cambria" pitchFamily="18" charset="0"/>
              <a:ea typeface="Cambria" pitchFamily="18" charset="0"/>
              <a:cs typeface="Caladea"/>
            </a:endParaRPr>
          </a:p>
          <a:p>
            <a:pPr marL="698500" lvl="1" indent="-229235">
              <a:lnSpc>
                <a:spcPts val="2740"/>
              </a:lnSpc>
              <a:spcBef>
                <a:spcPts val="229"/>
              </a:spcBef>
              <a:buFont typeface="Arial"/>
              <a:buChar char="•"/>
              <a:tabLst>
                <a:tab pos="699135" algn="l"/>
              </a:tabLst>
            </a:pPr>
            <a:r>
              <a:rPr sz="2400" spc="-5" dirty="0">
                <a:latin typeface="Cambria" pitchFamily="18" charset="0"/>
                <a:ea typeface="Cambria" pitchFamily="18" charset="0"/>
                <a:cs typeface="Caladea"/>
              </a:rPr>
              <a:t>Not </a:t>
            </a:r>
            <a:r>
              <a:rPr sz="2400" spc="-15" dirty="0">
                <a:latin typeface="Cambria" pitchFamily="18" charset="0"/>
                <a:ea typeface="Cambria" pitchFamily="18" charset="0"/>
                <a:cs typeface="Caladea"/>
              </a:rPr>
              <a:t>divided</a:t>
            </a:r>
            <a:r>
              <a:rPr sz="2400" spc="25" dirty="0">
                <a:latin typeface="Cambria" pitchFamily="18" charset="0"/>
                <a:ea typeface="Cambria" pitchFamily="18" charset="0"/>
                <a:cs typeface="Caladea"/>
              </a:rPr>
              <a:t> </a:t>
            </a:r>
            <a:r>
              <a:rPr sz="2400" spc="-5" dirty="0">
                <a:latin typeface="Cambria" pitchFamily="18" charset="0"/>
                <a:ea typeface="Cambria" pitchFamily="18" charset="0"/>
                <a:cs typeface="Caladea"/>
              </a:rPr>
              <a:t>into</a:t>
            </a:r>
            <a:endParaRPr sz="2400" dirty="0">
              <a:latin typeface="Cambria" pitchFamily="18" charset="0"/>
              <a:ea typeface="Cambria" pitchFamily="18" charset="0"/>
              <a:cs typeface="Caladea"/>
            </a:endParaRPr>
          </a:p>
          <a:p>
            <a:pPr marL="698500">
              <a:lnSpc>
                <a:spcPts val="2740"/>
              </a:lnSpc>
            </a:pPr>
            <a:r>
              <a:rPr sz="2400" spc="-10" dirty="0">
                <a:latin typeface="Cambria" pitchFamily="18" charset="0"/>
                <a:ea typeface="Cambria" pitchFamily="18" charset="0"/>
                <a:cs typeface="Caladea"/>
              </a:rPr>
              <a:t>modules</a:t>
            </a:r>
            <a:endParaRPr sz="2400" dirty="0">
              <a:latin typeface="Cambria" pitchFamily="18" charset="0"/>
              <a:ea typeface="Cambria" pitchFamily="18" charset="0"/>
              <a:cs typeface="Caladea"/>
            </a:endParaRPr>
          </a:p>
          <a:p>
            <a:pPr marL="698500" marR="5080" lvl="1" indent="-229235">
              <a:lnSpc>
                <a:spcPct val="90000"/>
              </a:lnSpc>
              <a:spcBef>
                <a:spcPts val="505"/>
              </a:spcBef>
              <a:buFont typeface="Arial"/>
              <a:buChar char="•"/>
              <a:tabLst>
                <a:tab pos="699135" algn="l"/>
              </a:tabLst>
            </a:pPr>
            <a:r>
              <a:rPr sz="2400" spc="-10" dirty="0">
                <a:latin typeface="Cambria" pitchFamily="18" charset="0"/>
                <a:ea typeface="Cambria" pitchFamily="18" charset="0"/>
                <a:cs typeface="Caladea"/>
              </a:rPr>
              <a:t>Although </a:t>
            </a:r>
            <a:r>
              <a:rPr sz="2400" dirty="0">
                <a:latin typeface="Cambria" pitchFamily="18" charset="0"/>
                <a:ea typeface="Cambria" pitchFamily="18" charset="0"/>
                <a:cs typeface="Caladea"/>
              </a:rPr>
              <a:t>MS-DOS has  </a:t>
            </a:r>
            <a:r>
              <a:rPr sz="2400" spc="-5" dirty="0">
                <a:latin typeface="Cambria" pitchFamily="18" charset="0"/>
                <a:ea typeface="Cambria" pitchFamily="18" charset="0"/>
                <a:cs typeface="Caladea"/>
              </a:rPr>
              <a:t>some structure, </a:t>
            </a:r>
            <a:r>
              <a:rPr sz="2400" dirty="0">
                <a:latin typeface="Cambria" pitchFamily="18" charset="0"/>
                <a:ea typeface="Cambria" pitchFamily="18" charset="0"/>
                <a:cs typeface="Caladea"/>
              </a:rPr>
              <a:t>its  </a:t>
            </a:r>
            <a:r>
              <a:rPr sz="2400" spc="-10" dirty="0">
                <a:latin typeface="Cambria" pitchFamily="18" charset="0"/>
                <a:ea typeface="Cambria" pitchFamily="18" charset="0"/>
                <a:cs typeface="Caladea"/>
              </a:rPr>
              <a:t>interfaces </a:t>
            </a:r>
            <a:r>
              <a:rPr sz="2400" dirty="0">
                <a:latin typeface="Cambria" pitchFamily="18" charset="0"/>
                <a:ea typeface="Cambria" pitchFamily="18" charset="0"/>
                <a:cs typeface="Caladea"/>
              </a:rPr>
              <a:t>and </a:t>
            </a:r>
            <a:r>
              <a:rPr sz="2400" spc="-15" dirty="0">
                <a:latin typeface="Cambria" pitchFamily="18" charset="0"/>
                <a:ea typeface="Cambria" pitchFamily="18" charset="0"/>
                <a:cs typeface="Caladea"/>
              </a:rPr>
              <a:t>levels </a:t>
            </a:r>
            <a:r>
              <a:rPr sz="2400" dirty="0">
                <a:latin typeface="Cambria" pitchFamily="18" charset="0"/>
                <a:ea typeface="Cambria" pitchFamily="18" charset="0"/>
                <a:cs typeface="Caladea"/>
              </a:rPr>
              <a:t>of  </a:t>
            </a:r>
            <a:r>
              <a:rPr sz="2400" spc="-5" dirty="0">
                <a:latin typeface="Cambria" pitchFamily="18" charset="0"/>
                <a:ea typeface="Cambria" pitchFamily="18" charset="0"/>
                <a:cs typeface="Caladea"/>
              </a:rPr>
              <a:t>functionality </a:t>
            </a:r>
            <a:r>
              <a:rPr sz="2400" spc="-15" dirty="0">
                <a:latin typeface="Cambria" pitchFamily="18" charset="0"/>
                <a:ea typeface="Cambria" pitchFamily="18" charset="0"/>
                <a:cs typeface="Caladea"/>
              </a:rPr>
              <a:t>are </a:t>
            </a:r>
            <a:r>
              <a:rPr sz="2400" spc="-5" dirty="0">
                <a:latin typeface="Cambria" pitchFamily="18" charset="0"/>
                <a:ea typeface="Cambria" pitchFamily="18" charset="0"/>
                <a:cs typeface="Caladea"/>
              </a:rPr>
              <a:t>not  </a:t>
            </a:r>
            <a:r>
              <a:rPr sz="2400" spc="-10" dirty="0">
                <a:latin typeface="Cambria" pitchFamily="18" charset="0"/>
                <a:ea typeface="Cambria" pitchFamily="18" charset="0"/>
                <a:cs typeface="Caladea"/>
              </a:rPr>
              <a:t>well</a:t>
            </a:r>
            <a:r>
              <a:rPr sz="2400" spc="-5" dirty="0">
                <a:latin typeface="Cambria" pitchFamily="18" charset="0"/>
                <a:ea typeface="Cambria" pitchFamily="18" charset="0"/>
                <a:cs typeface="Caladea"/>
              </a:rPr>
              <a:t> </a:t>
            </a:r>
            <a:r>
              <a:rPr sz="2400" spc="-10" dirty="0">
                <a:latin typeface="Cambria" pitchFamily="18" charset="0"/>
                <a:ea typeface="Cambria" pitchFamily="18" charset="0"/>
                <a:cs typeface="Caladea"/>
              </a:rPr>
              <a:t>separated</a:t>
            </a:r>
            <a:endParaRPr sz="2400" dirty="0">
              <a:latin typeface="Cambria" pitchFamily="18" charset="0"/>
              <a:ea typeface="Cambria" pitchFamily="18" charset="0"/>
              <a:cs typeface="Caladea"/>
            </a:endParaRPr>
          </a:p>
        </p:txBody>
      </p:sp>
      <p:sp>
        <p:nvSpPr>
          <p:cNvPr id="4" name="object 4"/>
          <p:cNvSpPr/>
          <p:nvPr/>
        </p:nvSpPr>
        <p:spPr>
          <a:xfrm>
            <a:off x="6309520" y="854796"/>
            <a:ext cx="5572164" cy="5429288"/>
          </a:xfrm>
          <a:prstGeom prst="rect">
            <a:avLst/>
          </a:prstGeom>
          <a:blipFill>
            <a:blip r:embed="rId2" cstate="print"/>
            <a:stretch>
              <a:fillRect/>
            </a:stretch>
          </a:blipFill>
        </p:spPr>
        <p:txBody>
          <a:bodyPr wrap="square" lIns="0" tIns="0" rIns="0" bIns="0" rtlCol="0"/>
          <a:lstStyle/>
          <a:p>
            <a:endParaRPr>
              <a:latin typeface="Cambria" pitchFamily="18" charset="0"/>
              <a:ea typeface="Cambria"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609526" y="225120"/>
            <a:ext cx="10666611" cy="689291"/>
          </a:xfrm>
          <a:prstGeom prst="rect">
            <a:avLst/>
          </a:prstGeom>
        </p:spPr>
        <p:txBody>
          <a:bodyPr vert="horz" wrap="square" lIns="0" tIns="12065" rIns="0" bIns="0" rtlCol="0">
            <a:spAutoFit/>
          </a:bodyPr>
          <a:lstStyle/>
          <a:p>
            <a:pPr marL="12700">
              <a:spcBef>
                <a:spcPts val="95"/>
              </a:spcBef>
              <a:tabLst>
                <a:tab pos="5378450" algn="l"/>
              </a:tabLst>
            </a:pPr>
            <a:r>
              <a:rPr sz="4400" spc="-5" dirty="0">
                <a:latin typeface="Cambria" pitchFamily="18" charset="0"/>
                <a:ea typeface="Cambria" pitchFamily="18" charset="0"/>
                <a:cs typeface="Caladea"/>
              </a:rPr>
              <a:t>Non</a:t>
            </a:r>
            <a:r>
              <a:rPr sz="4400" spc="15" dirty="0">
                <a:latin typeface="Cambria" pitchFamily="18" charset="0"/>
                <a:ea typeface="Cambria" pitchFamily="18" charset="0"/>
                <a:cs typeface="Caladea"/>
              </a:rPr>
              <a:t> </a:t>
            </a:r>
            <a:r>
              <a:rPr sz="4400" spc="-10" dirty="0">
                <a:latin typeface="Cambria" pitchFamily="18" charset="0"/>
                <a:ea typeface="Cambria" pitchFamily="18" charset="0"/>
                <a:cs typeface="Caladea"/>
              </a:rPr>
              <a:t>Simp</a:t>
            </a:r>
            <a:r>
              <a:rPr sz="4400" spc="5" dirty="0">
                <a:latin typeface="Cambria" pitchFamily="18" charset="0"/>
                <a:ea typeface="Cambria" pitchFamily="18" charset="0"/>
                <a:cs typeface="Caladea"/>
              </a:rPr>
              <a:t>l</a:t>
            </a:r>
            <a:r>
              <a:rPr sz="4400" spc="-5" dirty="0">
                <a:latin typeface="Cambria" pitchFamily="18" charset="0"/>
                <a:ea typeface="Cambria" pitchFamily="18" charset="0"/>
                <a:cs typeface="Caladea"/>
              </a:rPr>
              <a:t>e</a:t>
            </a:r>
            <a:r>
              <a:rPr sz="4400" spc="30" dirty="0">
                <a:latin typeface="Cambria" pitchFamily="18" charset="0"/>
                <a:ea typeface="Cambria" pitchFamily="18" charset="0"/>
                <a:cs typeface="Caladea"/>
              </a:rPr>
              <a:t> </a:t>
            </a:r>
            <a:r>
              <a:rPr sz="4400" spc="-10" dirty="0">
                <a:latin typeface="Cambria" pitchFamily="18" charset="0"/>
                <a:ea typeface="Cambria" pitchFamily="18" charset="0"/>
                <a:cs typeface="Caladea"/>
              </a:rPr>
              <a:t>St</a:t>
            </a:r>
            <a:r>
              <a:rPr sz="4400" spc="5" dirty="0">
                <a:latin typeface="Cambria" pitchFamily="18" charset="0"/>
                <a:ea typeface="Cambria" pitchFamily="18" charset="0"/>
                <a:cs typeface="Caladea"/>
              </a:rPr>
              <a:t>r</a:t>
            </a:r>
            <a:r>
              <a:rPr sz="4400" spc="-10" dirty="0">
                <a:latin typeface="Cambria" pitchFamily="18" charset="0"/>
                <a:ea typeface="Cambria" pitchFamily="18" charset="0"/>
                <a:cs typeface="Caladea"/>
              </a:rPr>
              <a:t>uc</a:t>
            </a:r>
            <a:r>
              <a:rPr sz="4400" dirty="0">
                <a:latin typeface="Cambria" pitchFamily="18" charset="0"/>
                <a:ea typeface="Cambria" pitchFamily="18" charset="0"/>
                <a:cs typeface="Caladea"/>
              </a:rPr>
              <a:t>t</a:t>
            </a:r>
            <a:r>
              <a:rPr sz="4400" spc="-10" dirty="0">
                <a:latin typeface="Cambria" pitchFamily="18" charset="0"/>
                <a:ea typeface="Cambria" pitchFamily="18" charset="0"/>
                <a:cs typeface="Caladea"/>
              </a:rPr>
              <a:t>u</a:t>
            </a:r>
            <a:r>
              <a:rPr sz="4400" spc="-75" dirty="0">
                <a:latin typeface="Cambria" pitchFamily="18" charset="0"/>
                <a:ea typeface="Cambria" pitchFamily="18" charset="0"/>
                <a:cs typeface="Caladea"/>
              </a:rPr>
              <a:t>r</a:t>
            </a:r>
            <a:r>
              <a:rPr sz="4400" spc="-5" dirty="0">
                <a:latin typeface="Cambria" pitchFamily="18" charset="0"/>
                <a:ea typeface="Cambria" pitchFamily="18" charset="0"/>
                <a:cs typeface="Caladea"/>
              </a:rPr>
              <a:t>e</a:t>
            </a:r>
            <a:r>
              <a:rPr sz="4400" dirty="0">
                <a:latin typeface="Cambria" pitchFamily="18" charset="0"/>
                <a:ea typeface="Cambria" pitchFamily="18" charset="0"/>
                <a:cs typeface="Caladea"/>
              </a:rPr>
              <a:t>	</a:t>
            </a:r>
            <a:r>
              <a:rPr sz="4400" spc="-5" dirty="0">
                <a:latin typeface="Cambria" pitchFamily="18" charset="0"/>
                <a:ea typeface="Cambria" pitchFamily="18" charset="0"/>
                <a:cs typeface="Caladea"/>
              </a:rPr>
              <a:t>--</a:t>
            </a:r>
            <a:r>
              <a:rPr lang="en-US" sz="4400" spc="-5" dirty="0">
                <a:latin typeface="Cambria" pitchFamily="18" charset="0"/>
                <a:ea typeface="Cambria" pitchFamily="18" charset="0"/>
                <a:cs typeface="Caladea"/>
              </a:rPr>
              <a:t> UNIX</a:t>
            </a:r>
            <a:endParaRPr sz="4400" dirty="0">
              <a:latin typeface="Cambria" pitchFamily="18" charset="0"/>
              <a:ea typeface="Cambria" pitchFamily="18" charset="0"/>
              <a:cs typeface="Caladea"/>
            </a:endParaRPr>
          </a:p>
        </p:txBody>
      </p:sp>
      <p:sp>
        <p:nvSpPr>
          <p:cNvPr id="3" name="object 3"/>
          <p:cNvSpPr txBox="1"/>
          <p:nvPr/>
        </p:nvSpPr>
        <p:spPr>
          <a:xfrm>
            <a:off x="406346" y="1066809"/>
            <a:ext cx="11403899" cy="3177408"/>
          </a:xfrm>
          <a:prstGeom prst="rect">
            <a:avLst/>
          </a:prstGeom>
          <a:ln>
            <a:solidFill>
              <a:schemeClr val="accent1"/>
            </a:solidFill>
          </a:ln>
        </p:spPr>
        <p:txBody>
          <a:bodyPr vert="horz" wrap="square" lIns="0" tIns="130175" rIns="0" bIns="0" rtlCol="0">
            <a:spAutoFit/>
          </a:bodyPr>
          <a:lstStyle/>
          <a:p>
            <a:pPr marL="469900" marR="5080" indent="-457200">
              <a:lnSpc>
                <a:spcPct val="90000"/>
              </a:lnSpc>
              <a:spcBef>
                <a:spcPts val="935"/>
              </a:spcBef>
              <a:buFont typeface="Arial" panose="020B0604020202020204" pitchFamily="34" charset="0"/>
              <a:buChar char="•"/>
              <a:tabLst>
                <a:tab pos="3106420" algn="l"/>
              </a:tabLst>
            </a:pPr>
            <a:r>
              <a:rPr sz="2800" dirty="0">
                <a:latin typeface="Cambria" pitchFamily="18" charset="0"/>
                <a:ea typeface="Cambria" pitchFamily="18" charset="0"/>
                <a:cs typeface="Caladea"/>
              </a:rPr>
              <a:t>UNIX – limited </a:t>
            </a:r>
            <a:r>
              <a:rPr sz="2800" spc="-25" dirty="0">
                <a:latin typeface="Cambria" pitchFamily="18" charset="0"/>
                <a:ea typeface="Cambria" pitchFamily="18" charset="0"/>
                <a:cs typeface="Caladea"/>
              </a:rPr>
              <a:t>by hardware</a:t>
            </a:r>
            <a:r>
              <a:rPr sz="2800" spc="-165" dirty="0">
                <a:latin typeface="Cambria" pitchFamily="18" charset="0"/>
                <a:ea typeface="Cambria" pitchFamily="18" charset="0"/>
                <a:cs typeface="Caladea"/>
              </a:rPr>
              <a:t> </a:t>
            </a:r>
            <a:r>
              <a:rPr sz="2800" spc="-15" dirty="0">
                <a:latin typeface="Cambria" pitchFamily="18" charset="0"/>
                <a:ea typeface="Cambria" pitchFamily="18" charset="0"/>
                <a:cs typeface="Caladea"/>
              </a:rPr>
              <a:t>functionality,  </a:t>
            </a:r>
            <a:r>
              <a:rPr sz="2800" spc="5" dirty="0">
                <a:latin typeface="Cambria" pitchFamily="18" charset="0"/>
                <a:ea typeface="Cambria" pitchFamily="18" charset="0"/>
                <a:cs typeface="Caladea"/>
              </a:rPr>
              <a:t>the</a:t>
            </a:r>
            <a:r>
              <a:rPr lang="en-US" sz="2800" spc="5" dirty="0">
                <a:latin typeface="Cambria" pitchFamily="18" charset="0"/>
                <a:ea typeface="Cambria" pitchFamily="18" charset="0"/>
                <a:cs typeface="Caladea"/>
              </a:rPr>
              <a:t> </a:t>
            </a:r>
            <a:r>
              <a:rPr sz="2800" dirty="0">
                <a:latin typeface="Cambria" pitchFamily="18" charset="0"/>
                <a:ea typeface="Cambria" pitchFamily="18" charset="0"/>
                <a:cs typeface="Caladea"/>
              </a:rPr>
              <a:t>original </a:t>
            </a:r>
            <a:r>
              <a:rPr sz="2800" spc="5" dirty="0">
                <a:latin typeface="Cambria" pitchFamily="18" charset="0"/>
                <a:ea typeface="Cambria" pitchFamily="18" charset="0"/>
                <a:cs typeface="Caladea"/>
              </a:rPr>
              <a:t>UNIX </a:t>
            </a:r>
            <a:r>
              <a:rPr sz="2800" spc="-5" dirty="0">
                <a:latin typeface="Cambria" pitchFamily="18" charset="0"/>
                <a:ea typeface="Cambria" pitchFamily="18" charset="0"/>
                <a:cs typeface="Caladea"/>
              </a:rPr>
              <a:t>operating </a:t>
            </a:r>
            <a:r>
              <a:rPr sz="2800" spc="-10" dirty="0">
                <a:latin typeface="Cambria" pitchFamily="18" charset="0"/>
                <a:ea typeface="Cambria" pitchFamily="18" charset="0"/>
                <a:cs typeface="Caladea"/>
              </a:rPr>
              <a:t>system </a:t>
            </a:r>
            <a:r>
              <a:rPr sz="2800" dirty="0">
                <a:latin typeface="Cambria" pitchFamily="18" charset="0"/>
                <a:ea typeface="Cambria" pitchFamily="18" charset="0"/>
                <a:cs typeface="Caladea"/>
              </a:rPr>
              <a:t>had  limited</a:t>
            </a:r>
            <a:r>
              <a:rPr lang="en-US" sz="2800" spc="-50" dirty="0">
                <a:latin typeface="Cambria" pitchFamily="18" charset="0"/>
                <a:ea typeface="Cambria" pitchFamily="18" charset="0"/>
                <a:cs typeface="Caladea"/>
              </a:rPr>
              <a:t> </a:t>
            </a:r>
            <a:r>
              <a:rPr sz="2800" dirty="0">
                <a:latin typeface="Cambria" pitchFamily="18" charset="0"/>
                <a:ea typeface="Cambria" pitchFamily="18" charset="0"/>
                <a:cs typeface="Caladea"/>
              </a:rPr>
              <a:t>structuring.</a:t>
            </a:r>
            <a:endParaRPr lang="en-US" sz="2800" dirty="0">
              <a:latin typeface="Cambria" pitchFamily="18" charset="0"/>
              <a:ea typeface="Cambria" pitchFamily="18" charset="0"/>
              <a:cs typeface="Caladea"/>
            </a:endParaRPr>
          </a:p>
          <a:p>
            <a:pPr marL="469900" marR="5080" indent="-457200">
              <a:lnSpc>
                <a:spcPct val="90000"/>
              </a:lnSpc>
              <a:spcBef>
                <a:spcPts val="935"/>
              </a:spcBef>
              <a:buFont typeface="Arial" panose="020B0604020202020204" pitchFamily="34" charset="0"/>
              <a:buChar char="•"/>
              <a:tabLst>
                <a:tab pos="3106420" algn="l"/>
              </a:tabLst>
            </a:pPr>
            <a:r>
              <a:rPr sz="2800" dirty="0">
                <a:latin typeface="Cambria" pitchFamily="18" charset="0"/>
                <a:ea typeface="Cambria" pitchFamily="18" charset="0"/>
                <a:cs typeface="Caladea"/>
              </a:rPr>
              <a:t>The UNIX OS consists  of two </a:t>
            </a:r>
            <a:r>
              <a:rPr sz="2800" spc="-10" dirty="0">
                <a:latin typeface="Cambria" pitchFamily="18" charset="0"/>
                <a:ea typeface="Cambria" pitchFamily="18" charset="0"/>
                <a:cs typeface="Caladea"/>
              </a:rPr>
              <a:t>separable</a:t>
            </a:r>
            <a:r>
              <a:rPr sz="2800" spc="-80" dirty="0">
                <a:latin typeface="Cambria" pitchFamily="18" charset="0"/>
                <a:ea typeface="Cambria" pitchFamily="18" charset="0"/>
                <a:cs typeface="Caladea"/>
              </a:rPr>
              <a:t> </a:t>
            </a:r>
            <a:r>
              <a:rPr sz="2800" spc="-5" dirty="0">
                <a:latin typeface="Cambria" pitchFamily="18" charset="0"/>
                <a:ea typeface="Cambria" pitchFamily="18" charset="0"/>
                <a:cs typeface="Caladea"/>
              </a:rPr>
              <a:t>parts</a:t>
            </a:r>
            <a:endParaRPr sz="2800" dirty="0">
              <a:latin typeface="Cambria" pitchFamily="18" charset="0"/>
              <a:ea typeface="Cambria" pitchFamily="18" charset="0"/>
              <a:cs typeface="Caladea"/>
            </a:endParaRPr>
          </a:p>
          <a:p>
            <a:pPr marL="469265" indent="-228600">
              <a:lnSpc>
                <a:spcPct val="100000"/>
              </a:lnSpc>
              <a:spcBef>
                <a:spcPts val="235"/>
              </a:spcBef>
              <a:buFont typeface="Arial"/>
              <a:buChar char="•"/>
              <a:tabLst>
                <a:tab pos="469900" algn="l"/>
              </a:tabLst>
            </a:pPr>
            <a:r>
              <a:rPr sz="2400" spc="-15" dirty="0">
                <a:latin typeface="Cambria" pitchFamily="18" charset="0"/>
                <a:ea typeface="Cambria" pitchFamily="18" charset="0"/>
                <a:cs typeface="Caladea"/>
              </a:rPr>
              <a:t>Systems</a:t>
            </a:r>
            <a:r>
              <a:rPr sz="2400" spc="20" dirty="0">
                <a:latin typeface="Cambria" pitchFamily="18" charset="0"/>
                <a:ea typeface="Cambria" pitchFamily="18" charset="0"/>
                <a:cs typeface="Caladea"/>
              </a:rPr>
              <a:t> </a:t>
            </a:r>
            <a:r>
              <a:rPr sz="2400" spc="-20" dirty="0">
                <a:latin typeface="Cambria" pitchFamily="18" charset="0"/>
                <a:ea typeface="Cambria" pitchFamily="18" charset="0"/>
                <a:cs typeface="Caladea"/>
              </a:rPr>
              <a:t>programs</a:t>
            </a:r>
            <a:endParaRPr sz="2400" dirty="0">
              <a:latin typeface="Cambria" pitchFamily="18" charset="0"/>
              <a:ea typeface="Cambria" pitchFamily="18" charset="0"/>
              <a:cs typeface="Caladea"/>
            </a:endParaRPr>
          </a:p>
          <a:p>
            <a:pPr marL="469265" indent="-228600">
              <a:lnSpc>
                <a:spcPct val="100000"/>
              </a:lnSpc>
              <a:spcBef>
                <a:spcPts val="219"/>
              </a:spcBef>
              <a:buFont typeface="Arial"/>
              <a:buChar char="•"/>
              <a:tabLst>
                <a:tab pos="469900" algn="l"/>
              </a:tabLst>
            </a:pPr>
            <a:r>
              <a:rPr sz="2400" spc="-10" dirty="0">
                <a:latin typeface="Cambria" pitchFamily="18" charset="0"/>
                <a:ea typeface="Cambria" pitchFamily="18" charset="0"/>
                <a:cs typeface="Caladea"/>
              </a:rPr>
              <a:t>The</a:t>
            </a:r>
            <a:r>
              <a:rPr sz="2400" spc="-5" dirty="0">
                <a:latin typeface="Cambria" pitchFamily="18" charset="0"/>
                <a:ea typeface="Cambria" pitchFamily="18" charset="0"/>
                <a:cs typeface="Caladea"/>
              </a:rPr>
              <a:t> </a:t>
            </a:r>
            <a:r>
              <a:rPr sz="2400" spc="-10" dirty="0">
                <a:latin typeface="Cambria" pitchFamily="18" charset="0"/>
                <a:ea typeface="Cambria" pitchFamily="18" charset="0"/>
                <a:cs typeface="Caladea"/>
              </a:rPr>
              <a:t>kernel</a:t>
            </a:r>
            <a:endParaRPr sz="2400" dirty="0">
              <a:latin typeface="Cambria" pitchFamily="18" charset="0"/>
              <a:ea typeface="Cambria" pitchFamily="18" charset="0"/>
              <a:cs typeface="Caladea"/>
            </a:endParaRPr>
          </a:p>
          <a:p>
            <a:pPr marL="927100" marR="788670" lvl="1" indent="-228600">
              <a:lnSpc>
                <a:spcPts val="2160"/>
              </a:lnSpc>
              <a:spcBef>
                <a:spcPts val="550"/>
              </a:spcBef>
              <a:buFont typeface="Arial"/>
              <a:buChar char="•"/>
              <a:tabLst>
                <a:tab pos="927100" algn="l"/>
                <a:tab pos="927735" algn="l"/>
              </a:tabLst>
            </a:pPr>
            <a:r>
              <a:rPr sz="2000" spc="-5" dirty="0">
                <a:latin typeface="Cambria" pitchFamily="18" charset="0"/>
                <a:ea typeface="Cambria" pitchFamily="18" charset="0"/>
                <a:cs typeface="Caladea"/>
              </a:rPr>
              <a:t>Consists of </a:t>
            </a:r>
            <a:r>
              <a:rPr sz="2000" spc="-20" dirty="0">
                <a:latin typeface="Cambria" pitchFamily="18" charset="0"/>
                <a:ea typeface="Cambria" pitchFamily="18" charset="0"/>
                <a:cs typeface="Caladea"/>
              </a:rPr>
              <a:t>everything </a:t>
            </a:r>
            <a:r>
              <a:rPr sz="2000" spc="-10" dirty="0">
                <a:latin typeface="Cambria" pitchFamily="18" charset="0"/>
                <a:ea typeface="Cambria" pitchFamily="18" charset="0"/>
                <a:cs typeface="Caladea"/>
              </a:rPr>
              <a:t>below the </a:t>
            </a:r>
            <a:r>
              <a:rPr sz="2000" spc="-5" dirty="0">
                <a:latin typeface="Cambria" pitchFamily="18" charset="0"/>
                <a:ea typeface="Cambria" pitchFamily="18" charset="0"/>
                <a:cs typeface="Caladea"/>
              </a:rPr>
              <a:t>system-call  </a:t>
            </a:r>
            <a:r>
              <a:rPr sz="2000" spc="-15" dirty="0">
                <a:latin typeface="Cambria" pitchFamily="18" charset="0"/>
                <a:ea typeface="Cambria" pitchFamily="18" charset="0"/>
                <a:cs typeface="Caladea"/>
              </a:rPr>
              <a:t>interface </a:t>
            </a:r>
            <a:r>
              <a:rPr sz="2000" spc="-10" dirty="0">
                <a:latin typeface="Cambria" pitchFamily="18" charset="0"/>
                <a:ea typeface="Cambria" pitchFamily="18" charset="0"/>
                <a:cs typeface="Caladea"/>
              </a:rPr>
              <a:t>and </a:t>
            </a:r>
            <a:r>
              <a:rPr sz="2000" spc="-25" dirty="0">
                <a:latin typeface="Cambria" pitchFamily="18" charset="0"/>
                <a:ea typeface="Cambria" pitchFamily="18" charset="0"/>
                <a:cs typeface="Caladea"/>
              </a:rPr>
              <a:t>above </a:t>
            </a:r>
            <a:r>
              <a:rPr sz="2000" spc="-10" dirty="0">
                <a:latin typeface="Cambria" pitchFamily="18" charset="0"/>
                <a:ea typeface="Cambria" pitchFamily="18" charset="0"/>
                <a:cs typeface="Caladea"/>
              </a:rPr>
              <a:t>the </a:t>
            </a:r>
            <a:r>
              <a:rPr sz="2000" spc="-15" dirty="0">
                <a:latin typeface="Cambria" pitchFamily="18" charset="0"/>
                <a:ea typeface="Cambria" pitchFamily="18" charset="0"/>
                <a:cs typeface="Caladea"/>
              </a:rPr>
              <a:t>physical</a:t>
            </a:r>
            <a:r>
              <a:rPr sz="2000" spc="105" dirty="0">
                <a:latin typeface="Cambria" pitchFamily="18" charset="0"/>
                <a:ea typeface="Cambria" pitchFamily="18" charset="0"/>
                <a:cs typeface="Caladea"/>
              </a:rPr>
              <a:t> </a:t>
            </a:r>
            <a:r>
              <a:rPr sz="2000" spc="-25" dirty="0">
                <a:latin typeface="Cambria" pitchFamily="18" charset="0"/>
                <a:ea typeface="Cambria" pitchFamily="18" charset="0"/>
                <a:cs typeface="Caladea"/>
              </a:rPr>
              <a:t>hardware</a:t>
            </a:r>
            <a:endParaRPr sz="2000" dirty="0">
              <a:latin typeface="Cambria" pitchFamily="18" charset="0"/>
              <a:ea typeface="Cambria" pitchFamily="18" charset="0"/>
              <a:cs typeface="Caladea"/>
            </a:endParaRPr>
          </a:p>
          <a:p>
            <a:pPr marL="927100" marR="92075" lvl="1" indent="-228600">
              <a:lnSpc>
                <a:spcPct val="90100"/>
              </a:lnSpc>
              <a:spcBef>
                <a:spcPts val="450"/>
              </a:spcBef>
              <a:buFont typeface="Arial"/>
              <a:buChar char="•"/>
              <a:tabLst>
                <a:tab pos="927100" algn="l"/>
                <a:tab pos="927735" algn="l"/>
              </a:tabLst>
            </a:pPr>
            <a:r>
              <a:rPr sz="2000" spc="-15" dirty="0">
                <a:latin typeface="Cambria" pitchFamily="18" charset="0"/>
                <a:ea typeface="Cambria" pitchFamily="18" charset="0"/>
                <a:cs typeface="Caladea"/>
              </a:rPr>
              <a:t>Provides </a:t>
            </a:r>
            <a:r>
              <a:rPr sz="2000" spc="-10" dirty="0">
                <a:latin typeface="Cambria" pitchFamily="18" charset="0"/>
                <a:ea typeface="Cambria" pitchFamily="18" charset="0"/>
                <a:cs typeface="Caladea"/>
              </a:rPr>
              <a:t>the </a:t>
            </a:r>
            <a:r>
              <a:rPr sz="2000" spc="-5" dirty="0">
                <a:latin typeface="Cambria" pitchFamily="18" charset="0"/>
                <a:ea typeface="Cambria" pitchFamily="18" charset="0"/>
                <a:cs typeface="Caladea"/>
              </a:rPr>
              <a:t>file </a:t>
            </a:r>
            <a:r>
              <a:rPr sz="2000" spc="-20" dirty="0">
                <a:latin typeface="Cambria" pitchFamily="18" charset="0"/>
                <a:ea typeface="Cambria" pitchFamily="18" charset="0"/>
                <a:cs typeface="Caladea"/>
              </a:rPr>
              <a:t>system, </a:t>
            </a:r>
            <a:r>
              <a:rPr sz="2000" spc="-5" dirty="0">
                <a:latin typeface="Cambria" pitchFamily="18" charset="0"/>
                <a:ea typeface="Cambria" pitchFamily="18" charset="0"/>
                <a:cs typeface="Caladea"/>
              </a:rPr>
              <a:t>CPU scheduling, </a:t>
            </a:r>
            <a:r>
              <a:rPr sz="2000" spc="-15" dirty="0">
                <a:latin typeface="Cambria" pitchFamily="18" charset="0"/>
                <a:ea typeface="Cambria" pitchFamily="18" charset="0"/>
                <a:cs typeface="Caladea"/>
              </a:rPr>
              <a:t>memory  </a:t>
            </a:r>
            <a:r>
              <a:rPr sz="2000" spc="-10" dirty="0">
                <a:latin typeface="Cambria" pitchFamily="18" charset="0"/>
                <a:ea typeface="Cambria" pitchFamily="18" charset="0"/>
                <a:cs typeface="Caladea"/>
              </a:rPr>
              <a:t>management, </a:t>
            </a:r>
            <a:r>
              <a:rPr sz="2000" spc="-5" dirty="0">
                <a:latin typeface="Cambria" pitchFamily="18" charset="0"/>
                <a:ea typeface="Cambria" pitchFamily="18" charset="0"/>
                <a:cs typeface="Caladea"/>
              </a:rPr>
              <a:t>and </a:t>
            </a:r>
            <a:r>
              <a:rPr sz="2000" spc="-10" dirty="0">
                <a:latin typeface="Cambria" pitchFamily="18" charset="0"/>
                <a:ea typeface="Cambria" pitchFamily="18" charset="0"/>
                <a:cs typeface="Caladea"/>
              </a:rPr>
              <a:t>other </a:t>
            </a:r>
            <a:r>
              <a:rPr sz="2000" spc="-15" dirty="0">
                <a:latin typeface="Cambria" pitchFamily="18" charset="0"/>
                <a:ea typeface="Cambria" pitchFamily="18" charset="0"/>
                <a:cs typeface="Caladea"/>
              </a:rPr>
              <a:t>operating-system  </a:t>
            </a:r>
            <a:r>
              <a:rPr sz="2000" spc="-10" dirty="0">
                <a:latin typeface="Cambria" pitchFamily="18" charset="0"/>
                <a:ea typeface="Cambria" pitchFamily="18" charset="0"/>
                <a:cs typeface="Caladea"/>
              </a:rPr>
              <a:t>functions; </a:t>
            </a:r>
            <a:r>
              <a:rPr sz="2000" spc="-5" dirty="0">
                <a:latin typeface="Cambria" pitchFamily="18" charset="0"/>
                <a:ea typeface="Cambria" pitchFamily="18" charset="0"/>
                <a:cs typeface="Caladea"/>
              </a:rPr>
              <a:t>a </a:t>
            </a:r>
            <a:r>
              <a:rPr sz="2000" spc="-10" dirty="0">
                <a:latin typeface="Cambria" pitchFamily="18" charset="0"/>
                <a:ea typeface="Cambria" pitchFamily="18" charset="0"/>
                <a:cs typeface="Caladea"/>
              </a:rPr>
              <a:t>large </a:t>
            </a:r>
            <a:r>
              <a:rPr sz="2000" spc="-15" dirty="0">
                <a:latin typeface="Cambria" pitchFamily="18" charset="0"/>
                <a:ea typeface="Cambria" pitchFamily="18" charset="0"/>
                <a:cs typeface="Caladea"/>
              </a:rPr>
              <a:t>number </a:t>
            </a:r>
            <a:r>
              <a:rPr sz="2000" spc="-5" dirty="0">
                <a:latin typeface="Cambria" pitchFamily="18" charset="0"/>
                <a:ea typeface="Cambria" pitchFamily="18" charset="0"/>
                <a:cs typeface="Caladea"/>
              </a:rPr>
              <a:t>of </a:t>
            </a:r>
            <a:r>
              <a:rPr sz="2000" spc="-10" dirty="0">
                <a:latin typeface="Cambria" pitchFamily="18" charset="0"/>
                <a:ea typeface="Cambria" pitchFamily="18" charset="0"/>
                <a:cs typeface="Caladea"/>
              </a:rPr>
              <a:t>functions </a:t>
            </a:r>
            <a:r>
              <a:rPr sz="2000" spc="-15" dirty="0">
                <a:latin typeface="Cambria" pitchFamily="18" charset="0"/>
                <a:ea typeface="Cambria" pitchFamily="18" charset="0"/>
                <a:cs typeface="Caladea"/>
              </a:rPr>
              <a:t>for </a:t>
            </a:r>
            <a:r>
              <a:rPr sz="2000" spc="-10" dirty="0">
                <a:latin typeface="Cambria" pitchFamily="18" charset="0"/>
                <a:ea typeface="Cambria" pitchFamily="18" charset="0"/>
                <a:cs typeface="Caladea"/>
              </a:rPr>
              <a:t>one</a:t>
            </a:r>
            <a:r>
              <a:rPr sz="2000" spc="150" dirty="0">
                <a:latin typeface="Cambria" pitchFamily="18" charset="0"/>
                <a:ea typeface="Cambria" pitchFamily="18" charset="0"/>
                <a:cs typeface="Caladea"/>
              </a:rPr>
              <a:t> </a:t>
            </a:r>
            <a:r>
              <a:rPr sz="2000" spc="-25" dirty="0">
                <a:latin typeface="Cambria" pitchFamily="18" charset="0"/>
                <a:ea typeface="Cambria" pitchFamily="18" charset="0"/>
                <a:cs typeface="Caladea"/>
              </a:rPr>
              <a:t>level</a:t>
            </a:r>
            <a:endParaRPr sz="2000" dirty="0">
              <a:latin typeface="Cambria" pitchFamily="18" charset="0"/>
              <a:ea typeface="Cambria" pitchFamily="18" charset="0"/>
              <a:cs typeface="Calade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304760" y="225750"/>
            <a:ext cx="11479306" cy="688650"/>
          </a:xfrm>
          <a:prstGeom prst="rect">
            <a:avLst/>
          </a:prstGeom>
        </p:spPr>
        <p:txBody>
          <a:bodyPr vert="horz" wrap="square" lIns="0" tIns="11430" rIns="0" bIns="0" rtlCol="0">
            <a:spAutoFit/>
          </a:bodyPr>
          <a:lstStyle/>
          <a:p>
            <a:pPr marL="12700">
              <a:lnSpc>
                <a:spcPct val="100000"/>
              </a:lnSpc>
              <a:spcBef>
                <a:spcPts val="90"/>
              </a:spcBef>
            </a:pPr>
            <a:r>
              <a:rPr spc="-30" dirty="0">
                <a:latin typeface="Cambria" pitchFamily="18" charset="0"/>
                <a:ea typeface="Cambria" pitchFamily="18" charset="0"/>
              </a:rPr>
              <a:t>Traditional </a:t>
            </a:r>
            <a:r>
              <a:rPr spc="-5" dirty="0">
                <a:latin typeface="Cambria" pitchFamily="18" charset="0"/>
                <a:ea typeface="Cambria" pitchFamily="18" charset="0"/>
              </a:rPr>
              <a:t>UNIX</a:t>
            </a:r>
            <a:r>
              <a:rPr lang="en-US" spc="60" dirty="0">
                <a:latin typeface="Cambria" pitchFamily="18" charset="0"/>
                <a:ea typeface="Cambria" pitchFamily="18" charset="0"/>
              </a:rPr>
              <a:t> </a:t>
            </a:r>
            <a:r>
              <a:rPr spc="-35" dirty="0">
                <a:latin typeface="Cambria" pitchFamily="18" charset="0"/>
                <a:ea typeface="Cambria" pitchFamily="18" charset="0"/>
              </a:rPr>
              <a:t>System</a:t>
            </a:r>
            <a:r>
              <a:rPr lang="en-US" spc="-35" dirty="0">
                <a:latin typeface="Cambria" pitchFamily="18" charset="0"/>
                <a:ea typeface="Cambria" pitchFamily="18" charset="0"/>
              </a:rPr>
              <a:t> Structure</a:t>
            </a:r>
            <a:endParaRPr spc="-35" dirty="0">
              <a:latin typeface="Cambria" pitchFamily="18" charset="0"/>
              <a:ea typeface="Cambria" pitchFamily="18" charset="0"/>
            </a:endParaRPr>
          </a:p>
        </p:txBody>
      </p:sp>
      <p:sp>
        <p:nvSpPr>
          <p:cNvPr id="3" name="object 3"/>
          <p:cNvSpPr txBox="1"/>
          <p:nvPr/>
        </p:nvSpPr>
        <p:spPr>
          <a:xfrm>
            <a:off x="609526" y="1030172"/>
            <a:ext cx="10666611" cy="570028"/>
          </a:xfrm>
          <a:prstGeom prst="rect">
            <a:avLst/>
          </a:prstGeom>
        </p:spPr>
        <p:txBody>
          <a:bodyPr vert="horz" wrap="square" lIns="0" tIns="290195" rIns="0" bIns="0" rtlCol="0">
            <a:spAutoFit/>
          </a:bodyPr>
          <a:lstStyle/>
          <a:p>
            <a:pPr marL="374650">
              <a:lnSpc>
                <a:spcPct val="100000"/>
              </a:lnSpc>
              <a:spcBef>
                <a:spcPts val="894"/>
              </a:spcBef>
            </a:pPr>
            <a:r>
              <a:rPr sz="1800" spc="-10" dirty="0">
                <a:latin typeface="Cambria" pitchFamily="18" charset="0"/>
                <a:ea typeface="Cambria" pitchFamily="18" charset="0"/>
                <a:cs typeface="Verdana"/>
              </a:rPr>
              <a:t>Beyond </a:t>
            </a:r>
            <a:r>
              <a:rPr sz="1800" dirty="0">
                <a:latin typeface="Cambria" pitchFamily="18" charset="0"/>
                <a:ea typeface="Cambria" pitchFamily="18" charset="0"/>
                <a:cs typeface="Verdana"/>
              </a:rPr>
              <a:t>simple </a:t>
            </a:r>
            <a:r>
              <a:rPr sz="1800" spc="-5" dirty="0">
                <a:latin typeface="Cambria" pitchFamily="18" charset="0"/>
                <a:ea typeface="Cambria" pitchFamily="18" charset="0"/>
                <a:cs typeface="Verdana"/>
              </a:rPr>
              <a:t>but not fully</a:t>
            </a:r>
            <a:r>
              <a:rPr sz="1800" spc="25" dirty="0">
                <a:latin typeface="Cambria" pitchFamily="18" charset="0"/>
                <a:ea typeface="Cambria" pitchFamily="18" charset="0"/>
                <a:cs typeface="Verdana"/>
              </a:rPr>
              <a:t> </a:t>
            </a:r>
            <a:r>
              <a:rPr sz="1800" spc="-10" dirty="0">
                <a:latin typeface="Cambria" pitchFamily="18" charset="0"/>
                <a:ea typeface="Cambria" pitchFamily="18" charset="0"/>
                <a:cs typeface="Verdana"/>
              </a:rPr>
              <a:t>layered</a:t>
            </a:r>
            <a:endParaRPr sz="1800" dirty="0">
              <a:latin typeface="Cambria" pitchFamily="18" charset="0"/>
              <a:ea typeface="Cambria" pitchFamily="18" charset="0"/>
              <a:cs typeface="Verdan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714899" y="89738"/>
            <a:ext cx="7208870" cy="695325"/>
          </a:xfrm>
          <a:prstGeom prst="rect">
            <a:avLst/>
          </a:prstGeom>
        </p:spPr>
        <p:txBody>
          <a:bodyPr vert="horz" wrap="square" lIns="0" tIns="12065" rIns="0" bIns="0" rtlCol="0">
            <a:spAutoFit/>
          </a:bodyPr>
          <a:lstStyle/>
          <a:p>
            <a:pPr marL="12700">
              <a:lnSpc>
                <a:spcPct val="100000"/>
              </a:lnSpc>
              <a:spcBef>
                <a:spcPts val="95"/>
              </a:spcBef>
            </a:pPr>
            <a:r>
              <a:rPr sz="4400" spc="-50" dirty="0">
                <a:latin typeface="Cambria" pitchFamily="18" charset="0"/>
                <a:ea typeface="Cambria" pitchFamily="18" charset="0"/>
                <a:cs typeface="Caladea"/>
              </a:rPr>
              <a:t>Layered</a:t>
            </a:r>
            <a:r>
              <a:rPr sz="4400" spc="15" dirty="0">
                <a:latin typeface="Cambria" pitchFamily="18" charset="0"/>
                <a:ea typeface="Cambria" pitchFamily="18" charset="0"/>
                <a:cs typeface="Caladea"/>
              </a:rPr>
              <a:t> </a:t>
            </a:r>
            <a:r>
              <a:rPr sz="4400" spc="-15" dirty="0">
                <a:latin typeface="Cambria" pitchFamily="18" charset="0"/>
                <a:ea typeface="Cambria" pitchFamily="18" charset="0"/>
                <a:cs typeface="Caladea"/>
              </a:rPr>
              <a:t>Approach</a:t>
            </a:r>
            <a:endParaRPr sz="4400" dirty="0">
              <a:latin typeface="Cambria" pitchFamily="18" charset="0"/>
              <a:ea typeface="Cambria" pitchFamily="18" charset="0"/>
              <a:cs typeface="Caladea"/>
            </a:endParaRPr>
          </a:p>
        </p:txBody>
      </p:sp>
      <p:sp>
        <p:nvSpPr>
          <p:cNvPr id="3" name="object 3"/>
          <p:cNvSpPr txBox="1"/>
          <p:nvPr/>
        </p:nvSpPr>
        <p:spPr>
          <a:xfrm>
            <a:off x="451605" y="1221486"/>
            <a:ext cx="5382496" cy="2386551"/>
          </a:xfrm>
          <a:prstGeom prst="rect">
            <a:avLst/>
          </a:prstGeom>
        </p:spPr>
        <p:txBody>
          <a:bodyPr vert="horz" wrap="square" lIns="0" tIns="41910" rIns="0" bIns="0" rtlCol="0">
            <a:spAutoFit/>
          </a:bodyPr>
          <a:lstStyle/>
          <a:p>
            <a:pPr marL="241300" marR="5080" indent="-228600" algn="just">
              <a:lnSpc>
                <a:spcPct val="90000"/>
              </a:lnSpc>
              <a:spcBef>
                <a:spcPts val="330"/>
              </a:spcBef>
              <a:buFont typeface="Arial"/>
              <a:buChar char="•"/>
              <a:tabLst>
                <a:tab pos="240665" algn="l"/>
                <a:tab pos="241300" algn="l"/>
              </a:tabLst>
            </a:pPr>
            <a:r>
              <a:rPr sz="2000" spc="-10" dirty="0">
                <a:latin typeface="Cambria" pitchFamily="18" charset="0"/>
                <a:ea typeface="Cambria" pitchFamily="18" charset="0"/>
                <a:cs typeface="Carlito"/>
              </a:rPr>
              <a:t>The </a:t>
            </a:r>
            <a:r>
              <a:rPr sz="2000" spc="-15" dirty="0">
                <a:latin typeface="Cambria" pitchFamily="18" charset="0"/>
                <a:ea typeface="Cambria" pitchFamily="18" charset="0"/>
                <a:cs typeface="Carlito"/>
              </a:rPr>
              <a:t>operating </a:t>
            </a:r>
            <a:r>
              <a:rPr sz="2000" spc="-30" dirty="0">
                <a:latin typeface="Cambria" pitchFamily="18" charset="0"/>
                <a:ea typeface="Cambria" pitchFamily="18" charset="0"/>
                <a:cs typeface="Carlito"/>
              </a:rPr>
              <a:t>system </a:t>
            </a:r>
            <a:r>
              <a:rPr sz="2000" spc="-5" dirty="0">
                <a:latin typeface="Cambria" pitchFamily="18" charset="0"/>
                <a:ea typeface="Cambria" pitchFamily="18" charset="0"/>
                <a:cs typeface="Carlito"/>
              </a:rPr>
              <a:t>is </a:t>
            </a:r>
            <a:r>
              <a:rPr sz="2000" spc="-10" dirty="0">
                <a:latin typeface="Cambria" pitchFamily="18" charset="0"/>
                <a:ea typeface="Cambria" pitchFamily="18" charset="0"/>
                <a:cs typeface="Carlito"/>
              </a:rPr>
              <a:t>divided  </a:t>
            </a:r>
            <a:r>
              <a:rPr sz="2000" spc="-15" dirty="0">
                <a:latin typeface="Cambria" pitchFamily="18" charset="0"/>
                <a:ea typeface="Cambria" pitchFamily="18" charset="0"/>
                <a:cs typeface="Carlito"/>
              </a:rPr>
              <a:t>into </a:t>
            </a:r>
            <a:r>
              <a:rPr sz="2000" spc="-5" dirty="0">
                <a:latin typeface="Cambria" pitchFamily="18" charset="0"/>
                <a:ea typeface="Cambria" pitchFamily="18" charset="0"/>
                <a:cs typeface="Carlito"/>
              </a:rPr>
              <a:t>a number </a:t>
            </a:r>
            <a:r>
              <a:rPr sz="2000" dirty="0">
                <a:latin typeface="Cambria" pitchFamily="18" charset="0"/>
                <a:ea typeface="Cambria" pitchFamily="18" charset="0"/>
                <a:cs typeface="Carlito"/>
              </a:rPr>
              <a:t>of </a:t>
            </a:r>
            <a:r>
              <a:rPr sz="2000" spc="-20" dirty="0">
                <a:latin typeface="Cambria" pitchFamily="18" charset="0"/>
                <a:ea typeface="Cambria" pitchFamily="18" charset="0"/>
                <a:cs typeface="Carlito"/>
              </a:rPr>
              <a:t>layers </a:t>
            </a:r>
            <a:r>
              <a:rPr sz="2000" spc="-15" dirty="0">
                <a:latin typeface="Cambria" pitchFamily="18" charset="0"/>
                <a:ea typeface="Cambria" pitchFamily="18" charset="0"/>
                <a:cs typeface="Carlito"/>
              </a:rPr>
              <a:t>(levels),  </a:t>
            </a:r>
            <a:r>
              <a:rPr sz="2000" spc="-10" dirty="0">
                <a:latin typeface="Cambria" pitchFamily="18" charset="0"/>
                <a:ea typeface="Cambria" pitchFamily="18" charset="0"/>
                <a:cs typeface="Carlito"/>
              </a:rPr>
              <a:t>each </a:t>
            </a:r>
            <a:r>
              <a:rPr sz="2000" spc="-5" dirty="0">
                <a:latin typeface="Cambria" pitchFamily="18" charset="0"/>
                <a:ea typeface="Cambria" pitchFamily="18" charset="0"/>
                <a:cs typeface="Carlito"/>
              </a:rPr>
              <a:t>built on </a:t>
            </a:r>
            <a:r>
              <a:rPr sz="2000" spc="-15" dirty="0">
                <a:latin typeface="Cambria" pitchFamily="18" charset="0"/>
                <a:ea typeface="Cambria" pitchFamily="18" charset="0"/>
                <a:cs typeface="Carlito"/>
              </a:rPr>
              <a:t>top </a:t>
            </a:r>
            <a:r>
              <a:rPr sz="2000" spc="-5" dirty="0">
                <a:latin typeface="Cambria" pitchFamily="18" charset="0"/>
                <a:ea typeface="Cambria" pitchFamily="18" charset="0"/>
                <a:cs typeface="Carlito"/>
              </a:rPr>
              <a:t>of </a:t>
            </a:r>
            <a:r>
              <a:rPr sz="2000" spc="-15" dirty="0">
                <a:latin typeface="Cambria" pitchFamily="18" charset="0"/>
                <a:ea typeface="Cambria" pitchFamily="18" charset="0"/>
                <a:cs typeface="Carlito"/>
              </a:rPr>
              <a:t>lower  </a:t>
            </a:r>
            <a:r>
              <a:rPr sz="2000" spc="-20" dirty="0">
                <a:latin typeface="Cambria" pitchFamily="18" charset="0"/>
                <a:ea typeface="Cambria" pitchFamily="18" charset="0"/>
                <a:cs typeface="Carlito"/>
              </a:rPr>
              <a:t>layers. </a:t>
            </a:r>
            <a:r>
              <a:rPr sz="2000" spc="-5" dirty="0">
                <a:latin typeface="Cambria" pitchFamily="18" charset="0"/>
                <a:ea typeface="Cambria" pitchFamily="18" charset="0"/>
                <a:cs typeface="Carlito"/>
              </a:rPr>
              <a:t>The </a:t>
            </a:r>
            <a:r>
              <a:rPr sz="2000" spc="-15" dirty="0">
                <a:latin typeface="Cambria" pitchFamily="18" charset="0"/>
                <a:ea typeface="Cambria" pitchFamily="18" charset="0"/>
                <a:cs typeface="Carlito"/>
              </a:rPr>
              <a:t>bottom </a:t>
            </a:r>
            <a:r>
              <a:rPr sz="2000" spc="-20" dirty="0">
                <a:latin typeface="Cambria" pitchFamily="18" charset="0"/>
                <a:ea typeface="Cambria" pitchFamily="18" charset="0"/>
                <a:cs typeface="Carlito"/>
              </a:rPr>
              <a:t>layer (layer  </a:t>
            </a:r>
            <a:r>
              <a:rPr sz="2000" spc="-5" dirty="0">
                <a:latin typeface="Cambria" pitchFamily="18" charset="0"/>
                <a:ea typeface="Cambria" pitchFamily="18" charset="0"/>
                <a:cs typeface="Carlito"/>
              </a:rPr>
              <a:t>0), is the </a:t>
            </a:r>
            <a:r>
              <a:rPr sz="2000" spc="-15" dirty="0">
                <a:latin typeface="Cambria" pitchFamily="18" charset="0"/>
                <a:ea typeface="Cambria" pitchFamily="18" charset="0"/>
                <a:cs typeface="Carlito"/>
              </a:rPr>
              <a:t>hardware; </a:t>
            </a:r>
            <a:r>
              <a:rPr sz="2000" spc="-5" dirty="0">
                <a:latin typeface="Cambria" pitchFamily="18" charset="0"/>
                <a:ea typeface="Cambria" pitchFamily="18" charset="0"/>
                <a:cs typeface="Carlito"/>
              </a:rPr>
              <a:t>the </a:t>
            </a:r>
            <a:r>
              <a:rPr sz="2000" spc="-10" dirty="0">
                <a:latin typeface="Cambria" pitchFamily="18" charset="0"/>
                <a:ea typeface="Cambria" pitchFamily="18" charset="0"/>
                <a:cs typeface="Carlito"/>
              </a:rPr>
              <a:t>highest  </a:t>
            </a:r>
            <a:r>
              <a:rPr sz="2000" spc="-20" dirty="0">
                <a:latin typeface="Cambria" pitchFamily="18" charset="0"/>
                <a:ea typeface="Cambria" pitchFamily="18" charset="0"/>
                <a:cs typeface="Carlito"/>
              </a:rPr>
              <a:t>(layer </a:t>
            </a:r>
            <a:r>
              <a:rPr sz="2000" spc="-5" dirty="0">
                <a:latin typeface="Cambria" pitchFamily="18" charset="0"/>
                <a:ea typeface="Cambria" pitchFamily="18" charset="0"/>
                <a:cs typeface="Carlito"/>
              </a:rPr>
              <a:t>N) is the </a:t>
            </a:r>
            <a:r>
              <a:rPr sz="2000" spc="-10" dirty="0">
                <a:latin typeface="Cambria" pitchFamily="18" charset="0"/>
                <a:ea typeface="Cambria" pitchFamily="18" charset="0"/>
                <a:cs typeface="Carlito"/>
              </a:rPr>
              <a:t>user</a:t>
            </a:r>
            <a:r>
              <a:rPr sz="2000" spc="90" dirty="0">
                <a:latin typeface="Cambria" pitchFamily="18" charset="0"/>
                <a:ea typeface="Cambria" pitchFamily="18" charset="0"/>
                <a:cs typeface="Carlito"/>
              </a:rPr>
              <a:t> </a:t>
            </a:r>
            <a:r>
              <a:rPr sz="2000" spc="-15" dirty="0">
                <a:latin typeface="Cambria" pitchFamily="18" charset="0"/>
                <a:ea typeface="Cambria" pitchFamily="18" charset="0"/>
                <a:cs typeface="Carlito"/>
              </a:rPr>
              <a:t>interface.</a:t>
            </a:r>
            <a:endParaRPr sz="2000" dirty="0">
              <a:latin typeface="Cambria" pitchFamily="18" charset="0"/>
              <a:ea typeface="Cambria" pitchFamily="18" charset="0"/>
              <a:cs typeface="Carlito"/>
            </a:endParaRPr>
          </a:p>
          <a:p>
            <a:pPr marL="241300" marR="306070" indent="-228600" algn="just">
              <a:lnSpc>
                <a:spcPct val="90000"/>
              </a:lnSpc>
              <a:spcBef>
                <a:spcPts val="1010"/>
              </a:spcBef>
              <a:buFont typeface="Arial"/>
              <a:buChar char="•"/>
              <a:tabLst>
                <a:tab pos="240665" algn="l"/>
                <a:tab pos="241300" algn="l"/>
              </a:tabLst>
            </a:pPr>
            <a:r>
              <a:rPr sz="2000" spc="-5" dirty="0">
                <a:latin typeface="Cambria" pitchFamily="18" charset="0"/>
                <a:ea typeface="Cambria" pitchFamily="18" charset="0"/>
                <a:cs typeface="Carlito"/>
              </a:rPr>
              <a:t>With </a:t>
            </a:r>
            <a:r>
              <a:rPr sz="2000" spc="-15" dirty="0">
                <a:latin typeface="Cambria" pitchFamily="18" charset="0"/>
                <a:ea typeface="Cambria" pitchFamily="18" charset="0"/>
                <a:cs typeface="Carlito"/>
              </a:rPr>
              <a:t>modularity, </a:t>
            </a:r>
            <a:r>
              <a:rPr sz="2000" spc="-20" dirty="0">
                <a:latin typeface="Cambria" pitchFamily="18" charset="0"/>
                <a:ea typeface="Cambria" pitchFamily="18" charset="0"/>
                <a:cs typeface="Carlito"/>
              </a:rPr>
              <a:t>layers </a:t>
            </a:r>
            <a:r>
              <a:rPr sz="2000" spc="-15" dirty="0">
                <a:latin typeface="Cambria" pitchFamily="18" charset="0"/>
                <a:ea typeface="Cambria" pitchFamily="18" charset="0"/>
                <a:cs typeface="Carlito"/>
              </a:rPr>
              <a:t>are  selected </a:t>
            </a:r>
            <a:r>
              <a:rPr sz="2000" spc="-10" dirty="0">
                <a:latin typeface="Cambria" pitchFamily="18" charset="0"/>
                <a:ea typeface="Cambria" pitchFamily="18" charset="0"/>
                <a:cs typeface="Carlito"/>
              </a:rPr>
              <a:t>such that each uses  </a:t>
            </a:r>
            <a:r>
              <a:rPr sz="2000" spc="-5" dirty="0">
                <a:latin typeface="Cambria" pitchFamily="18" charset="0"/>
                <a:ea typeface="Cambria" pitchFamily="18" charset="0"/>
                <a:cs typeface="Carlito"/>
              </a:rPr>
              <a:t>functions </a:t>
            </a:r>
            <a:r>
              <a:rPr sz="2000" spc="-15" dirty="0">
                <a:latin typeface="Cambria" pitchFamily="18" charset="0"/>
                <a:ea typeface="Cambria" pitchFamily="18" charset="0"/>
                <a:cs typeface="Carlito"/>
              </a:rPr>
              <a:t>(operations) </a:t>
            </a:r>
            <a:r>
              <a:rPr sz="2000" dirty="0">
                <a:latin typeface="Cambria" pitchFamily="18" charset="0"/>
                <a:ea typeface="Cambria" pitchFamily="18" charset="0"/>
                <a:cs typeface="Carlito"/>
              </a:rPr>
              <a:t>and  </a:t>
            </a:r>
            <a:r>
              <a:rPr sz="2000" spc="-10" dirty="0">
                <a:latin typeface="Cambria" pitchFamily="18" charset="0"/>
                <a:ea typeface="Cambria" pitchFamily="18" charset="0"/>
                <a:cs typeface="Carlito"/>
              </a:rPr>
              <a:t>services </a:t>
            </a:r>
            <a:r>
              <a:rPr sz="2000" spc="-5" dirty="0">
                <a:latin typeface="Cambria" pitchFamily="18" charset="0"/>
                <a:ea typeface="Cambria" pitchFamily="18" charset="0"/>
                <a:cs typeface="Carlito"/>
              </a:rPr>
              <a:t>of only </a:t>
            </a:r>
            <a:r>
              <a:rPr sz="2000" spc="-15" dirty="0">
                <a:latin typeface="Cambria" pitchFamily="18" charset="0"/>
                <a:ea typeface="Cambria" pitchFamily="18" charset="0"/>
                <a:cs typeface="Carlito"/>
              </a:rPr>
              <a:t>lower-level  </a:t>
            </a:r>
            <a:r>
              <a:rPr sz="2000" spc="-20" dirty="0">
                <a:latin typeface="Cambria" pitchFamily="18" charset="0"/>
                <a:ea typeface="Cambria" pitchFamily="18" charset="0"/>
                <a:cs typeface="Carlito"/>
              </a:rPr>
              <a:t>layers</a:t>
            </a:r>
            <a:endParaRPr sz="2000" dirty="0">
              <a:latin typeface="Cambria" pitchFamily="18" charset="0"/>
              <a:ea typeface="Cambria" pitchFamily="18" charset="0"/>
              <a:cs typeface="Carlito"/>
            </a:endParaRPr>
          </a:p>
        </p:txBody>
      </p:sp>
      <p:sp>
        <p:nvSpPr>
          <p:cNvPr id="4" name="object 4"/>
          <p:cNvSpPr/>
          <p:nvPr/>
        </p:nvSpPr>
        <p:spPr>
          <a:xfrm>
            <a:off x="5952330" y="571480"/>
            <a:ext cx="5628088" cy="5072097"/>
          </a:xfrm>
          <a:prstGeom prst="rect">
            <a:avLst/>
          </a:prstGeom>
          <a:blipFill>
            <a:blip r:embed="rId2" cstate="print"/>
            <a:stretch>
              <a:fillRect/>
            </a:stretch>
          </a:blipFill>
        </p:spPr>
        <p:txBody>
          <a:bodyPr wrap="square" lIns="0" tIns="0" rIns="0" bIns="0" rtlCol="0"/>
          <a:lstStyle/>
          <a:p>
            <a:endParaRPr>
              <a:latin typeface="Cambria" pitchFamily="18" charset="0"/>
              <a:ea typeface="Cambria"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609526" y="89738"/>
            <a:ext cx="10869785" cy="695325"/>
          </a:xfrm>
          <a:prstGeom prst="rect">
            <a:avLst/>
          </a:prstGeom>
        </p:spPr>
        <p:txBody>
          <a:bodyPr vert="horz" wrap="square" lIns="0" tIns="12065" rIns="0" bIns="0" rtlCol="0">
            <a:spAutoFit/>
          </a:bodyPr>
          <a:lstStyle/>
          <a:p>
            <a:pPr marL="12700">
              <a:lnSpc>
                <a:spcPct val="100000"/>
              </a:lnSpc>
              <a:spcBef>
                <a:spcPts val="95"/>
              </a:spcBef>
            </a:pPr>
            <a:r>
              <a:rPr sz="4400" spc="-20" dirty="0">
                <a:latin typeface="Cambria" pitchFamily="18" charset="0"/>
                <a:ea typeface="Cambria" pitchFamily="18" charset="0"/>
                <a:cs typeface="Caladea"/>
              </a:rPr>
              <a:t>Microkernel </a:t>
            </a:r>
            <a:r>
              <a:rPr sz="4400" spc="-35" dirty="0">
                <a:latin typeface="Cambria" pitchFamily="18" charset="0"/>
                <a:ea typeface="Cambria" pitchFamily="18" charset="0"/>
                <a:cs typeface="Caladea"/>
              </a:rPr>
              <a:t>System</a:t>
            </a:r>
            <a:r>
              <a:rPr sz="4400" spc="110" dirty="0">
                <a:latin typeface="Cambria" pitchFamily="18" charset="0"/>
                <a:ea typeface="Cambria" pitchFamily="18" charset="0"/>
                <a:cs typeface="Caladea"/>
              </a:rPr>
              <a:t> </a:t>
            </a:r>
            <a:r>
              <a:rPr sz="4400" spc="-15" dirty="0">
                <a:latin typeface="Cambria" pitchFamily="18" charset="0"/>
                <a:ea typeface="Cambria" pitchFamily="18" charset="0"/>
                <a:cs typeface="Caladea"/>
              </a:rPr>
              <a:t>Structure</a:t>
            </a:r>
            <a:endParaRPr sz="4400" dirty="0">
              <a:latin typeface="Cambria" pitchFamily="18" charset="0"/>
              <a:ea typeface="Cambria" pitchFamily="18" charset="0"/>
              <a:cs typeface="Caladea"/>
            </a:endParaRPr>
          </a:p>
        </p:txBody>
      </p:sp>
      <p:sp>
        <p:nvSpPr>
          <p:cNvPr id="3" name="object 3"/>
          <p:cNvSpPr txBox="1"/>
          <p:nvPr/>
        </p:nvSpPr>
        <p:spPr>
          <a:xfrm>
            <a:off x="1117454" y="762011"/>
            <a:ext cx="10463438" cy="4395434"/>
          </a:xfrm>
          <a:prstGeom prst="rect">
            <a:avLst/>
          </a:prstGeom>
          <a:ln>
            <a:solidFill>
              <a:schemeClr val="accent1"/>
            </a:solidFill>
          </a:ln>
        </p:spPr>
        <p:txBody>
          <a:bodyPr vert="horz" wrap="square" lIns="0" tIns="111125" rIns="0" bIns="0" rtlCol="0">
            <a:spAutoFit/>
          </a:bodyPr>
          <a:lstStyle/>
          <a:p>
            <a:pPr marL="241300" indent="-228600">
              <a:lnSpc>
                <a:spcPct val="100000"/>
              </a:lnSpc>
              <a:spcBef>
                <a:spcPts val="875"/>
              </a:spcBef>
              <a:buFont typeface="Arial"/>
              <a:buChar char="•"/>
              <a:tabLst>
                <a:tab pos="240665" algn="l"/>
                <a:tab pos="241300" algn="l"/>
              </a:tabLst>
            </a:pPr>
            <a:r>
              <a:rPr sz="2000" spc="-15" dirty="0">
                <a:latin typeface="Cambria" pitchFamily="18" charset="0"/>
                <a:ea typeface="Cambria" pitchFamily="18" charset="0"/>
                <a:cs typeface="Carlito"/>
              </a:rPr>
              <a:t>Moves </a:t>
            </a:r>
            <a:r>
              <a:rPr sz="2000" spc="-5" dirty="0">
                <a:latin typeface="Cambria" pitchFamily="18" charset="0"/>
                <a:ea typeface="Cambria" pitchFamily="18" charset="0"/>
                <a:cs typeface="Carlito"/>
              </a:rPr>
              <a:t>as much </a:t>
            </a:r>
            <a:r>
              <a:rPr sz="2000" spc="-15" dirty="0">
                <a:latin typeface="Cambria" pitchFamily="18" charset="0"/>
                <a:ea typeface="Cambria" pitchFamily="18" charset="0"/>
                <a:cs typeface="Carlito"/>
              </a:rPr>
              <a:t>from </a:t>
            </a:r>
            <a:r>
              <a:rPr sz="2000" spc="-5" dirty="0">
                <a:latin typeface="Cambria" pitchFamily="18" charset="0"/>
                <a:ea typeface="Cambria" pitchFamily="18" charset="0"/>
                <a:cs typeface="Carlito"/>
              </a:rPr>
              <a:t>the </a:t>
            </a:r>
            <a:r>
              <a:rPr sz="2000" spc="-20" dirty="0">
                <a:latin typeface="Cambria" pitchFamily="18" charset="0"/>
                <a:ea typeface="Cambria" pitchFamily="18" charset="0"/>
                <a:cs typeface="Carlito"/>
              </a:rPr>
              <a:t>kernel </a:t>
            </a:r>
            <a:r>
              <a:rPr sz="2000" spc="-15" dirty="0">
                <a:latin typeface="Cambria" pitchFamily="18" charset="0"/>
                <a:ea typeface="Cambria" pitchFamily="18" charset="0"/>
                <a:cs typeface="Carlito"/>
              </a:rPr>
              <a:t>into </a:t>
            </a:r>
            <a:r>
              <a:rPr sz="2000" spc="-10" dirty="0">
                <a:latin typeface="Cambria" pitchFamily="18" charset="0"/>
                <a:ea typeface="Cambria" pitchFamily="18" charset="0"/>
                <a:cs typeface="Carlito"/>
              </a:rPr>
              <a:t>user</a:t>
            </a:r>
            <a:r>
              <a:rPr sz="2000" spc="185" dirty="0">
                <a:latin typeface="Cambria" pitchFamily="18" charset="0"/>
                <a:ea typeface="Cambria" pitchFamily="18" charset="0"/>
                <a:cs typeface="Carlito"/>
              </a:rPr>
              <a:t> </a:t>
            </a:r>
            <a:r>
              <a:rPr sz="2000" spc="-5" dirty="0">
                <a:latin typeface="Cambria" pitchFamily="18" charset="0"/>
                <a:ea typeface="Cambria" pitchFamily="18" charset="0"/>
                <a:cs typeface="Carlito"/>
              </a:rPr>
              <a:t>space</a:t>
            </a:r>
            <a:endParaRPr sz="2000" dirty="0">
              <a:latin typeface="Cambria" pitchFamily="18" charset="0"/>
              <a:ea typeface="Cambria" pitchFamily="18" charset="0"/>
              <a:cs typeface="Carlito"/>
            </a:endParaRPr>
          </a:p>
          <a:p>
            <a:pPr marL="241300" indent="-228600">
              <a:lnSpc>
                <a:spcPct val="100000"/>
              </a:lnSpc>
              <a:spcBef>
                <a:spcPts val="770"/>
              </a:spcBef>
              <a:buFont typeface="Arial"/>
              <a:buChar char="•"/>
              <a:tabLst>
                <a:tab pos="240665" algn="l"/>
                <a:tab pos="241300" algn="l"/>
              </a:tabLst>
            </a:pPr>
            <a:r>
              <a:rPr sz="2000" b="1" spc="-5" dirty="0">
                <a:solidFill>
                  <a:srgbClr val="3366FF"/>
                </a:solidFill>
                <a:latin typeface="Cambria" pitchFamily="18" charset="0"/>
                <a:ea typeface="Cambria" pitchFamily="18" charset="0"/>
                <a:cs typeface="Carlito"/>
              </a:rPr>
              <a:t>Mach </a:t>
            </a:r>
            <a:r>
              <a:rPr sz="2000" spc="-20" dirty="0">
                <a:latin typeface="Cambria" pitchFamily="18" charset="0"/>
                <a:ea typeface="Cambria" pitchFamily="18" charset="0"/>
                <a:cs typeface="Carlito"/>
              </a:rPr>
              <a:t>example </a:t>
            </a:r>
            <a:r>
              <a:rPr sz="2000" spc="-5" dirty="0">
                <a:latin typeface="Cambria" pitchFamily="18" charset="0"/>
                <a:ea typeface="Cambria" pitchFamily="18" charset="0"/>
                <a:cs typeface="Carlito"/>
              </a:rPr>
              <a:t>of</a:t>
            </a:r>
            <a:r>
              <a:rPr sz="2000" spc="75" dirty="0">
                <a:latin typeface="Cambria" pitchFamily="18" charset="0"/>
                <a:ea typeface="Cambria" pitchFamily="18" charset="0"/>
                <a:cs typeface="Carlito"/>
              </a:rPr>
              <a:t> </a:t>
            </a:r>
            <a:r>
              <a:rPr sz="2000" b="1" spc="-10" dirty="0">
                <a:solidFill>
                  <a:srgbClr val="3366FF"/>
                </a:solidFill>
                <a:latin typeface="Cambria" pitchFamily="18" charset="0"/>
                <a:ea typeface="Cambria" pitchFamily="18" charset="0"/>
                <a:cs typeface="Carlito"/>
              </a:rPr>
              <a:t>microkernel</a:t>
            </a:r>
            <a:endParaRPr sz="2000" dirty="0">
              <a:latin typeface="Cambria" pitchFamily="18" charset="0"/>
              <a:ea typeface="Cambria" pitchFamily="18" charset="0"/>
              <a:cs typeface="Carlito"/>
            </a:endParaRPr>
          </a:p>
          <a:p>
            <a:pPr marL="698500" lvl="1" indent="-229235">
              <a:lnSpc>
                <a:spcPct val="100000"/>
              </a:lnSpc>
              <a:spcBef>
                <a:spcPts val="260"/>
              </a:spcBef>
              <a:buFont typeface="Arial"/>
              <a:buChar char="•"/>
              <a:tabLst>
                <a:tab pos="698500" algn="l"/>
                <a:tab pos="699135" algn="l"/>
              </a:tabLst>
            </a:pPr>
            <a:r>
              <a:rPr sz="2000" spc="-5" dirty="0">
                <a:latin typeface="Cambria" pitchFamily="18" charset="0"/>
                <a:ea typeface="Cambria" pitchFamily="18" charset="0"/>
                <a:cs typeface="Carlito"/>
              </a:rPr>
              <a:t>Mac </a:t>
            </a:r>
            <a:r>
              <a:rPr sz="2000" spc="-10" dirty="0">
                <a:latin typeface="Cambria" pitchFamily="18" charset="0"/>
                <a:ea typeface="Cambria" pitchFamily="18" charset="0"/>
                <a:cs typeface="Carlito"/>
              </a:rPr>
              <a:t>OS </a:t>
            </a:r>
            <a:r>
              <a:rPr sz="2000" spc="-5" dirty="0">
                <a:latin typeface="Cambria" pitchFamily="18" charset="0"/>
                <a:ea typeface="Cambria" pitchFamily="18" charset="0"/>
                <a:cs typeface="Carlito"/>
              </a:rPr>
              <a:t>X </a:t>
            </a:r>
            <a:r>
              <a:rPr sz="2000" spc="-20" dirty="0">
                <a:latin typeface="Cambria" pitchFamily="18" charset="0"/>
                <a:ea typeface="Cambria" pitchFamily="18" charset="0"/>
                <a:cs typeface="Carlito"/>
              </a:rPr>
              <a:t>kernel </a:t>
            </a:r>
            <a:r>
              <a:rPr sz="2000" spc="-5" dirty="0">
                <a:latin typeface="Cambria" pitchFamily="18" charset="0"/>
                <a:ea typeface="Cambria" pitchFamily="18" charset="0"/>
                <a:cs typeface="Carlito"/>
              </a:rPr>
              <a:t>(</a:t>
            </a:r>
            <a:r>
              <a:rPr sz="2000" b="1" spc="-5" dirty="0">
                <a:solidFill>
                  <a:srgbClr val="3366FF"/>
                </a:solidFill>
                <a:latin typeface="Cambria" pitchFamily="18" charset="0"/>
                <a:ea typeface="Cambria" pitchFamily="18" charset="0"/>
                <a:cs typeface="Carlito"/>
              </a:rPr>
              <a:t>Darwin</a:t>
            </a:r>
            <a:r>
              <a:rPr sz="2000" spc="-5" dirty="0">
                <a:latin typeface="Cambria" pitchFamily="18" charset="0"/>
                <a:ea typeface="Cambria" pitchFamily="18" charset="0"/>
                <a:cs typeface="Carlito"/>
              </a:rPr>
              <a:t>) partly </a:t>
            </a:r>
            <a:r>
              <a:rPr sz="2000" spc="-10" dirty="0">
                <a:latin typeface="Cambria" pitchFamily="18" charset="0"/>
                <a:ea typeface="Cambria" pitchFamily="18" charset="0"/>
                <a:cs typeface="Carlito"/>
              </a:rPr>
              <a:t>based on</a:t>
            </a:r>
            <a:r>
              <a:rPr sz="2000" spc="190" dirty="0">
                <a:latin typeface="Cambria" pitchFamily="18" charset="0"/>
                <a:ea typeface="Cambria" pitchFamily="18" charset="0"/>
                <a:cs typeface="Carlito"/>
              </a:rPr>
              <a:t> </a:t>
            </a:r>
            <a:r>
              <a:rPr sz="2000" spc="-5" dirty="0">
                <a:latin typeface="Cambria" pitchFamily="18" charset="0"/>
                <a:ea typeface="Cambria" pitchFamily="18" charset="0"/>
                <a:cs typeface="Carlito"/>
              </a:rPr>
              <a:t>Mach</a:t>
            </a:r>
            <a:endParaRPr sz="2000" dirty="0">
              <a:latin typeface="Cambria" pitchFamily="18" charset="0"/>
              <a:ea typeface="Cambria" pitchFamily="18" charset="0"/>
              <a:cs typeface="Carlito"/>
            </a:endParaRPr>
          </a:p>
          <a:p>
            <a:pPr marL="241300" indent="-228600">
              <a:lnSpc>
                <a:spcPts val="2280"/>
              </a:lnSpc>
              <a:spcBef>
                <a:spcPts val="750"/>
              </a:spcBef>
              <a:buFont typeface="Arial"/>
              <a:buChar char="•"/>
              <a:tabLst>
                <a:tab pos="240665" algn="l"/>
                <a:tab pos="241300" algn="l"/>
              </a:tabLst>
            </a:pPr>
            <a:r>
              <a:rPr sz="2000" spc="-10" dirty="0">
                <a:latin typeface="Cambria" pitchFamily="18" charset="0"/>
                <a:ea typeface="Cambria" pitchFamily="18" charset="0"/>
                <a:cs typeface="Carlito"/>
              </a:rPr>
              <a:t>Communication </a:t>
            </a:r>
            <a:r>
              <a:rPr sz="2000" spc="-25" dirty="0">
                <a:latin typeface="Cambria" pitchFamily="18" charset="0"/>
                <a:ea typeface="Cambria" pitchFamily="18" charset="0"/>
                <a:cs typeface="Carlito"/>
              </a:rPr>
              <a:t>takes </a:t>
            </a:r>
            <a:r>
              <a:rPr sz="2000" spc="-5" dirty="0">
                <a:latin typeface="Cambria" pitchFamily="18" charset="0"/>
                <a:ea typeface="Cambria" pitchFamily="18" charset="0"/>
                <a:cs typeface="Carlito"/>
              </a:rPr>
              <a:t>place </a:t>
            </a:r>
            <a:r>
              <a:rPr sz="2000" spc="-15" dirty="0">
                <a:latin typeface="Cambria" pitchFamily="18" charset="0"/>
                <a:ea typeface="Cambria" pitchFamily="18" charset="0"/>
                <a:cs typeface="Carlito"/>
              </a:rPr>
              <a:t>between </a:t>
            </a:r>
            <a:r>
              <a:rPr sz="2000" spc="-10" dirty="0">
                <a:latin typeface="Cambria" pitchFamily="18" charset="0"/>
                <a:ea typeface="Cambria" pitchFamily="18" charset="0"/>
                <a:cs typeface="Carlito"/>
              </a:rPr>
              <a:t>user </a:t>
            </a:r>
            <a:r>
              <a:rPr sz="2000" spc="-5" dirty="0">
                <a:latin typeface="Cambria" pitchFamily="18" charset="0"/>
                <a:ea typeface="Cambria" pitchFamily="18" charset="0"/>
                <a:cs typeface="Carlito"/>
              </a:rPr>
              <a:t>modules</a:t>
            </a:r>
            <a:r>
              <a:rPr sz="2000" spc="250" dirty="0">
                <a:latin typeface="Cambria" pitchFamily="18" charset="0"/>
                <a:ea typeface="Cambria" pitchFamily="18" charset="0"/>
                <a:cs typeface="Carlito"/>
              </a:rPr>
              <a:t> </a:t>
            </a:r>
            <a:r>
              <a:rPr sz="2000" spc="-5" dirty="0">
                <a:latin typeface="Cambria" pitchFamily="18" charset="0"/>
                <a:ea typeface="Cambria" pitchFamily="18" charset="0"/>
                <a:cs typeface="Carlito"/>
              </a:rPr>
              <a:t>using</a:t>
            </a:r>
            <a:endParaRPr sz="2000" dirty="0">
              <a:latin typeface="Cambria" pitchFamily="18" charset="0"/>
              <a:ea typeface="Cambria" pitchFamily="18" charset="0"/>
              <a:cs typeface="Carlito"/>
            </a:endParaRPr>
          </a:p>
          <a:p>
            <a:pPr marL="241300">
              <a:lnSpc>
                <a:spcPts val="2280"/>
              </a:lnSpc>
            </a:pPr>
            <a:r>
              <a:rPr sz="2000" b="1" spc="-15" dirty="0">
                <a:solidFill>
                  <a:srgbClr val="3366FF"/>
                </a:solidFill>
                <a:latin typeface="Cambria" pitchFamily="18" charset="0"/>
                <a:ea typeface="Cambria" pitchFamily="18" charset="0"/>
                <a:cs typeface="Carlito"/>
              </a:rPr>
              <a:t>message</a:t>
            </a:r>
            <a:r>
              <a:rPr sz="2000" b="1" spc="20" dirty="0">
                <a:solidFill>
                  <a:srgbClr val="3366FF"/>
                </a:solidFill>
                <a:latin typeface="Cambria" pitchFamily="18" charset="0"/>
                <a:ea typeface="Cambria" pitchFamily="18" charset="0"/>
                <a:cs typeface="Carlito"/>
              </a:rPr>
              <a:t> </a:t>
            </a:r>
            <a:r>
              <a:rPr sz="2000" b="1" spc="-5" dirty="0">
                <a:solidFill>
                  <a:srgbClr val="3366FF"/>
                </a:solidFill>
                <a:latin typeface="Cambria" pitchFamily="18" charset="0"/>
                <a:ea typeface="Cambria" pitchFamily="18" charset="0"/>
                <a:cs typeface="Carlito"/>
              </a:rPr>
              <a:t>passing</a:t>
            </a:r>
            <a:endParaRPr sz="2000" dirty="0">
              <a:latin typeface="Cambria" pitchFamily="18" charset="0"/>
              <a:ea typeface="Cambria" pitchFamily="18" charset="0"/>
              <a:cs typeface="Carlito"/>
            </a:endParaRPr>
          </a:p>
          <a:p>
            <a:pPr marL="241300" indent="-228600">
              <a:lnSpc>
                <a:spcPct val="100000"/>
              </a:lnSpc>
              <a:spcBef>
                <a:spcPts val="770"/>
              </a:spcBef>
              <a:buFont typeface="Arial"/>
              <a:buChar char="•"/>
              <a:tabLst>
                <a:tab pos="240665" algn="l"/>
                <a:tab pos="241300" algn="l"/>
              </a:tabLst>
            </a:pPr>
            <a:r>
              <a:rPr sz="2000" spc="-15" dirty="0">
                <a:latin typeface="Cambria" pitchFamily="18" charset="0"/>
                <a:ea typeface="Cambria" pitchFamily="18" charset="0"/>
                <a:cs typeface="Carlito"/>
              </a:rPr>
              <a:t>Benefits:</a:t>
            </a:r>
            <a:endParaRPr sz="2000" dirty="0">
              <a:latin typeface="Cambria" pitchFamily="18" charset="0"/>
              <a:ea typeface="Cambria" pitchFamily="18" charset="0"/>
              <a:cs typeface="Carlito"/>
            </a:endParaRPr>
          </a:p>
          <a:p>
            <a:pPr marL="698500" lvl="1" indent="-229235">
              <a:lnSpc>
                <a:spcPct val="100000"/>
              </a:lnSpc>
              <a:spcBef>
                <a:spcPts val="265"/>
              </a:spcBef>
              <a:buFont typeface="Arial"/>
              <a:buChar char="•"/>
              <a:tabLst>
                <a:tab pos="698500" algn="l"/>
                <a:tab pos="699135" algn="l"/>
              </a:tabLst>
            </a:pPr>
            <a:r>
              <a:rPr sz="2000" spc="-10" dirty="0">
                <a:latin typeface="Cambria" pitchFamily="18" charset="0"/>
                <a:ea typeface="Cambria" pitchFamily="18" charset="0"/>
                <a:cs typeface="Carlito"/>
              </a:rPr>
              <a:t>Easier </a:t>
            </a:r>
            <a:r>
              <a:rPr sz="2000" spc="-15" dirty="0">
                <a:latin typeface="Cambria" pitchFamily="18" charset="0"/>
                <a:ea typeface="Cambria" pitchFamily="18" charset="0"/>
                <a:cs typeface="Carlito"/>
              </a:rPr>
              <a:t>to extend </a:t>
            </a:r>
            <a:r>
              <a:rPr sz="2000" spc="-5" dirty="0">
                <a:latin typeface="Cambria" pitchFamily="18" charset="0"/>
                <a:ea typeface="Cambria" pitchFamily="18" charset="0"/>
                <a:cs typeface="Carlito"/>
              </a:rPr>
              <a:t>a</a:t>
            </a:r>
            <a:r>
              <a:rPr sz="2000" spc="70" dirty="0">
                <a:latin typeface="Cambria" pitchFamily="18" charset="0"/>
                <a:ea typeface="Cambria" pitchFamily="18" charset="0"/>
                <a:cs typeface="Carlito"/>
              </a:rPr>
              <a:t> </a:t>
            </a:r>
            <a:r>
              <a:rPr sz="2000" spc="-15" dirty="0">
                <a:latin typeface="Cambria" pitchFamily="18" charset="0"/>
                <a:ea typeface="Cambria" pitchFamily="18" charset="0"/>
                <a:cs typeface="Carlito"/>
              </a:rPr>
              <a:t>microkernel</a:t>
            </a:r>
            <a:endParaRPr sz="2000" dirty="0">
              <a:latin typeface="Cambria" pitchFamily="18" charset="0"/>
              <a:ea typeface="Cambria" pitchFamily="18" charset="0"/>
              <a:cs typeface="Carlito"/>
            </a:endParaRPr>
          </a:p>
          <a:p>
            <a:pPr marL="698500" lvl="1" indent="-229235">
              <a:lnSpc>
                <a:spcPct val="100000"/>
              </a:lnSpc>
              <a:spcBef>
                <a:spcPts val="265"/>
              </a:spcBef>
              <a:buFont typeface="Arial"/>
              <a:buChar char="•"/>
              <a:tabLst>
                <a:tab pos="698500" algn="l"/>
                <a:tab pos="699135" algn="l"/>
              </a:tabLst>
            </a:pPr>
            <a:r>
              <a:rPr sz="2000" spc="-10" dirty="0">
                <a:latin typeface="Cambria" pitchFamily="18" charset="0"/>
                <a:ea typeface="Cambria" pitchFamily="18" charset="0"/>
                <a:cs typeface="Carlito"/>
              </a:rPr>
              <a:t>Easier </a:t>
            </a:r>
            <a:r>
              <a:rPr sz="2000" spc="-15" dirty="0">
                <a:latin typeface="Cambria" pitchFamily="18" charset="0"/>
                <a:ea typeface="Cambria" pitchFamily="18" charset="0"/>
                <a:cs typeface="Carlito"/>
              </a:rPr>
              <a:t>to </a:t>
            </a:r>
            <a:r>
              <a:rPr sz="2000" spc="-5" dirty="0">
                <a:latin typeface="Cambria" pitchFamily="18" charset="0"/>
                <a:ea typeface="Cambria" pitchFamily="18" charset="0"/>
                <a:cs typeface="Carlito"/>
              </a:rPr>
              <a:t>port the </a:t>
            </a:r>
            <a:r>
              <a:rPr sz="2000" spc="-15" dirty="0">
                <a:latin typeface="Cambria" pitchFamily="18" charset="0"/>
                <a:ea typeface="Cambria" pitchFamily="18" charset="0"/>
                <a:cs typeface="Carlito"/>
              </a:rPr>
              <a:t>operating </a:t>
            </a:r>
            <a:r>
              <a:rPr sz="2000" spc="-30" dirty="0">
                <a:latin typeface="Cambria" pitchFamily="18" charset="0"/>
                <a:ea typeface="Cambria" pitchFamily="18" charset="0"/>
                <a:cs typeface="Carlito"/>
              </a:rPr>
              <a:t>system </a:t>
            </a:r>
            <a:r>
              <a:rPr sz="2000" spc="-15" dirty="0">
                <a:latin typeface="Cambria" pitchFamily="18" charset="0"/>
                <a:ea typeface="Cambria" pitchFamily="18" charset="0"/>
                <a:cs typeface="Carlito"/>
              </a:rPr>
              <a:t>to </a:t>
            </a:r>
            <a:r>
              <a:rPr sz="2000" spc="-5" dirty="0">
                <a:latin typeface="Cambria" pitchFamily="18" charset="0"/>
                <a:ea typeface="Cambria" pitchFamily="18" charset="0"/>
                <a:cs typeface="Carlito"/>
              </a:rPr>
              <a:t>new</a:t>
            </a:r>
            <a:r>
              <a:rPr sz="2000" spc="210" dirty="0">
                <a:latin typeface="Cambria" pitchFamily="18" charset="0"/>
                <a:ea typeface="Cambria" pitchFamily="18" charset="0"/>
                <a:cs typeface="Carlito"/>
              </a:rPr>
              <a:t> </a:t>
            </a:r>
            <a:r>
              <a:rPr sz="2000" spc="-10" dirty="0">
                <a:latin typeface="Cambria" pitchFamily="18" charset="0"/>
                <a:ea typeface="Cambria" pitchFamily="18" charset="0"/>
                <a:cs typeface="Carlito"/>
              </a:rPr>
              <a:t>architectures</a:t>
            </a:r>
            <a:endParaRPr sz="2000" dirty="0">
              <a:latin typeface="Cambria" pitchFamily="18" charset="0"/>
              <a:ea typeface="Cambria" pitchFamily="18" charset="0"/>
              <a:cs typeface="Carlito"/>
            </a:endParaRPr>
          </a:p>
          <a:p>
            <a:pPr marL="698500" lvl="1" indent="-229235">
              <a:lnSpc>
                <a:spcPct val="100000"/>
              </a:lnSpc>
              <a:spcBef>
                <a:spcPts val="240"/>
              </a:spcBef>
              <a:buFont typeface="Arial"/>
              <a:buChar char="•"/>
              <a:tabLst>
                <a:tab pos="698500" algn="l"/>
                <a:tab pos="699135" algn="l"/>
              </a:tabLst>
            </a:pPr>
            <a:r>
              <a:rPr sz="2000" spc="-10" dirty="0">
                <a:latin typeface="Cambria" pitchFamily="18" charset="0"/>
                <a:ea typeface="Cambria" pitchFamily="18" charset="0"/>
                <a:cs typeface="Carlito"/>
              </a:rPr>
              <a:t>More reliable (less code </a:t>
            </a:r>
            <a:r>
              <a:rPr sz="2000" spc="-5" dirty="0">
                <a:latin typeface="Cambria" pitchFamily="18" charset="0"/>
                <a:ea typeface="Cambria" pitchFamily="18" charset="0"/>
                <a:cs typeface="Carlito"/>
              </a:rPr>
              <a:t>is </a:t>
            </a:r>
            <a:r>
              <a:rPr sz="2000" dirty="0">
                <a:latin typeface="Cambria" pitchFamily="18" charset="0"/>
                <a:ea typeface="Cambria" pitchFamily="18" charset="0"/>
                <a:cs typeface="Carlito"/>
              </a:rPr>
              <a:t>running </a:t>
            </a:r>
            <a:r>
              <a:rPr sz="2000" spc="-5" dirty="0">
                <a:latin typeface="Cambria" pitchFamily="18" charset="0"/>
                <a:ea typeface="Cambria" pitchFamily="18" charset="0"/>
                <a:cs typeface="Carlito"/>
              </a:rPr>
              <a:t>in </a:t>
            </a:r>
            <a:r>
              <a:rPr sz="2000" spc="-20" dirty="0">
                <a:latin typeface="Cambria" pitchFamily="18" charset="0"/>
                <a:ea typeface="Cambria" pitchFamily="18" charset="0"/>
                <a:cs typeface="Carlito"/>
              </a:rPr>
              <a:t>kernel</a:t>
            </a:r>
            <a:r>
              <a:rPr sz="2000" spc="160" dirty="0">
                <a:latin typeface="Cambria" pitchFamily="18" charset="0"/>
                <a:ea typeface="Cambria" pitchFamily="18" charset="0"/>
                <a:cs typeface="Carlito"/>
              </a:rPr>
              <a:t> </a:t>
            </a:r>
            <a:r>
              <a:rPr sz="2000" spc="-10" dirty="0">
                <a:latin typeface="Cambria" pitchFamily="18" charset="0"/>
                <a:ea typeface="Cambria" pitchFamily="18" charset="0"/>
                <a:cs typeface="Carlito"/>
              </a:rPr>
              <a:t>mode)</a:t>
            </a:r>
            <a:endParaRPr sz="2000" dirty="0">
              <a:latin typeface="Cambria" pitchFamily="18" charset="0"/>
              <a:ea typeface="Cambria" pitchFamily="18" charset="0"/>
              <a:cs typeface="Carlito"/>
            </a:endParaRPr>
          </a:p>
          <a:p>
            <a:pPr marL="698500" lvl="1" indent="-229235">
              <a:lnSpc>
                <a:spcPct val="100000"/>
              </a:lnSpc>
              <a:spcBef>
                <a:spcPts val="265"/>
              </a:spcBef>
              <a:buFont typeface="Arial"/>
              <a:buChar char="•"/>
              <a:tabLst>
                <a:tab pos="698500" algn="l"/>
                <a:tab pos="699135" algn="l"/>
              </a:tabLst>
            </a:pPr>
            <a:r>
              <a:rPr sz="2000" spc="-10" dirty="0">
                <a:latin typeface="Cambria" pitchFamily="18" charset="0"/>
                <a:ea typeface="Cambria" pitchFamily="18" charset="0"/>
                <a:cs typeface="Carlito"/>
              </a:rPr>
              <a:t>More</a:t>
            </a:r>
            <a:r>
              <a:rPr sz="2000" spc="10" dirty="0">
                <a:latin typeface="Cambria" pitchFamily="18" charset="0"/>
                <a:ea typeface="Cambria" pitchFamily="18" charset="0"/>
                <a:cs typeface="Carlito"/>
              </a:rPr>
              <a:t> </a:t>
            </a:r>
            <a:r>
              <a:rPr sz="2000" spc="-15" dirty="0">
                <a:latin typeface="Cambria" pitchFamily="18" charset="0"/>
                <a:ea typeface="Cambria" pitchFamily="18" charset="0"/>
                <a:cs typeface="Carlito"/>
              </a:rPr>
              <a:t>secure</a:t>
            </a:r>
            <a:endParaRPr sz="2000" dirty="0">
              <a:latin typeface="Cambria" pitchFamily="18" charset="0"/>
              <a:ea typeface="Cambria" pitchFamily="18" charset="0"/>
              <a:cs typeface="Carlito"/>
            </a:endParaRPr>
          </a:p>
          <a:p>
            <a:pPr marL="241300" indent="-228600">
              <a:lnSpc>
                <a:spcPct val="100000"/>
              </a:lnSpc>
              <a:spcBef>
                <a:spcPts val="770"/>
              </a:spcBef>
              <a:buFont typeface="Arial"/>
              <a:buChar char="•"/>
              <a:tabLst>
                <a:tab pos="240665" algn="l"/>
                <a:tab pos="241300" algn="l"/>
              </a:tabLst>
            </a:pPr>
            <a:r>
              <a:rPr sz="2000" spc="-10" dirty="0">
                <a:latin typeface="Cambria" pitchFamily="18" charset="0"/>
                <a:ea typeface="Cambria" pitchFamily="18" charset="0"/>
                <a:cs typeface="Carlito"/>
              </a:rPr>
              <a:t>Detriments:</a:t>
            </a:r>
            <a:endParaRPr sz="2000" dirty="0">
              <a:latin typeface="Cambria" pitchFamily="18" charset="0"/>
              <a:ea typeface="Cambria" pitchFamily="18" charset="0"/>
              <a:cs typeface="Carlito"/>
            </a:endParaRPr>
          </a:p>
          <a:p>
            <a:pPr marL="698500" lvl="1" indent="-229235">
              <a:lnSpc>
                <a:spcPts val="2280"/>
              </a:lnSpc>
              <a:spcBef>
                <a:spcPts val="265"/>
              </a:spcBef>
              <a:buFont typeface="Arial"/>
              <a:buChar char="•"/>
              <a:tabLst>
                <a:tab pos="698500" algn="l"/>
                <a:tab pos="699135" algn="l"/>
              </a:tabLst>
            </a:pPr>
            <a:r>
              <a:rPr sz="2000" spc="-15" dirty="0">
                <a:latin typeface="Cambria" pitchFamily="18" charset="0"/>
                <a:ea typeface="Cambria" pitchFamily="18" charset="0"/>
                <a:cs typeface="Carlito"/>
              </a:rPr>
              <a:t>Performance overhead </a:t>
            </a:r>
            <a:r>
              <a:rPr sz="2000" spc="-5" dirty="0">
                <a:latin typeface="Cambria" pitchFamily="18" charset="0"/>
                <a:ea typeface="Cambria" pitchFamily="18" charset="0"/>
                <a:cs typeface="Carlito"/>
              </a:rPr>
              <a:t>of </a:t>
            </a:r>
            <a:r>
              <a:rPr sz="2000" spc="-10" dirty="0">
                <a:latin typeface="Cambria" pitchFamily="18" charset="0"/>
                <a:ea typeface="Cambria" pitchFamily="18" charset="0"/>
                <a:cs typeface="Carlito"/>
              </a:rPr>
              <a:t>user space </a:t>
            </a:r>
            <a:r>
              <a:rPr sz="2000" spc="-15" dirty="0">
                <a:latin typeface="Cambria" pitchFamily="18" charset="0"/>
                <a:ea typeface="Cambria" pitchFamily="18" charset="0"/>
                <a:cs typeface="Carlito"/>
              </a:rPr>
              <a:t>to </a:t>
            </a:r>
            <a:r>
              <a:rPr sz="2000" spc="-20">
                <a:latin typeface="Cambria" pitchFamily="18" charset="0"/>
                <a:ea typeface="Cambria" pitchFamily="18" charset="0"/>
                <a:cs typeface="Carlito"/>
              </a:rPr>
              <a:t>kernel</a:t>
            </a:r>
            <a:r>
              <a:rPr sz="2000" spc="265">
                <a:latin typeface="Cambria" pitchFamily="18" charset="0"/>
                <a:ea typeface="Cambria" pitchFamily="18" charset="0"/>
                <a:cs typeface="Carlito"/>
              </a:rPr>
              <a:t> </a:t>
            </a:r>
            <a:r>
              <a:rPr sz="2000" spc="-10" smtClean="0">
                <a:latin typeface="Cambria" pitchFamily="18" charset="0"/>
                <a:ea typeface="Cambria" pitchFamily="18" charset="0"/>
                <a:cs typeface="Carlito"/>
              </a:rPr>
              <a:t>space</a:t>
            </a:r>
            <a:r>
              <a:rPr lang="en-IN" sz="2000" spc="-10" dirty="0" smtClean="0">
                <a:latin typeface="Cambria" pitchFamily="18" charset="0"/>
                <a:ea typeface="Cambria" pitchFamily="18" charset="0"/>
                <a:cs typeface="Carlito"/>
              </a:rPr>
              <a:t> </a:t>
            </a:r>
            <a:r>
              <a:rPr sz="2000" spc="-10" smtClean="0">
                <a:latin typeface="Cambria" pitchFamily="18" charset="0"/>
                <a:ea typeface="Cambria" pitchFamily="18" charset="0"/>
                <a:cs typeface="Carlito"/>
              </a:rPr>
              <a:t>communication</a:t>
            </a:r>
            <a:endParaRPr sz="2000" dirty="0">
              <a:latin typeface="Cambria" pitchFamily="18" charset="0"/>
              <a:ea typeface="Cambria" pitchFamily="18" charset="0"/>
              <a:cs typeface="Carlito"/>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778290" y="105614"/>
            <a:ext cx="10193082" cy="695325"/>
          </a:xfrm>
          <a:prstGeom prst="rect">
            <a:avLst/>
          </a:prstGeom>
        </p:spPr>
        <p:txBody>
          <a:bodyPr vert="horz" wrap="square" lIns="0" tIns="12065" rIns="0" bIns="0" rtlCol="0">
            <a:spAutoFit/>
          </a:bodyPr>
          <a:lstStyle/>
          <a:p>
            <a:pPr marL="12700">
              <a:lnSpc>
                <a:spcPct val="100000"/>
              </a:lnSpc>
              <a:spcBef>
                <a:spcPts val="95"/>
              </a:spcBef>
            </a:pPr>
            <a:r>
              <a:rPr sz="4400" spc="-20" dirty="0">
                <a:latin typeface="Cambria" pitchFamily="18" charset="0"/>
                <a:ea typeface="Cambria" pitchFamily="18" charset="0"/>
                <a:cs typeface="Caladea"/>
              </a:rPr>
              <a:t>Microkernel </a:t>
            </a:r>
            <a:r>
              <a:rPr sz="4400" spc="-35" dirty="0">
                <a:latin typeface="Cambria" pitchFamily="18" charset="0"/>
                <a:ea typeface="Cambria" pitchFamily="18" charset="0"/>
                <a:cs typeface="Caladea"/>
              </a:rPr>
              <a:t>System</a:t>
            </a:r>
            <a:r>
              <a:rPr sz="4400" spc="55" dirty="0">
                <a:latin typeface="Cambria" pitchFamily="18" charset="0"/>
                <a:ea typeface="Cambria" pitchFamily="18" charset="0"/>
                <a:cs typeface="Caladea"/>
              </a:rPr>
              <a:t> </a:t>
            </a:r>
            <a:r>
              <a:rPr sz="4400" spc="-15" dirty="0">
                <a:latin typeface="Cambria" pitchFamily="18" charset="0"/>
                <a:ea typeface="Cambria" pitchFamily="18" charset="0"/>
                <a:cs typeface="Caladea"/>
              </a:rPr>
              <a:t>Structure</a:t>
            </a:r>
            <a:endParaRPr sz="4400" dirty="0">
              <a:latin typeface="Cambria" pitchFamily="18" charset="0"/>
              <a:ea typeface="Cambria" pitchFamily="18" charset="0"/>
              <a:cs typeface="Caladea"/>
            </a:endParaRPr>
          </a:p>
        </p:txBody>
      </p:sp>
      <p:grpSp>
        <p:nvGrpSpPr>
          <p:cNvPr id="3" name="object 3"/>
          <p:cNvGrpSpPr/>
          <p:nvPr/>
        </p:nvGrpSpPr>
        <p:grpSpPr>
          <a:xfrm>
            <a:off x="1555535" y="1288936"/>
            <a:ext cx="8700061" cy="2788920"/>
            <a:chOff x="1166799" y="1288936"/>
            <a:chExt cx="6525895" cy="2788920"/>
          </a:xfrm>
        </p:grpSpPr>
        <p:sp>
          <p:nvSpPr>
            <p:cNvPr id="4" name="object 4"/>
            <p:cNvSpPr/>
            <p:nvPr/>
          </p:nvSpPr>
          <p:spPr>
            <a:xfrm>
              <a:off x="1171879" y="2608588"/>
              <a:ext cx="6515734" cy="1464310"/>
            </a:xfrm>
            <a:custGeom>
              <a:avLst/>
              <a:gdLst/>
              <a:ahLst/>
              <a:cxnLst/>
              <a:rect l="l" t="t" r="r" b="b"/>
              <a:pathLst>
                <a:path w="6515734" h="1464310">
                  <a:moveTo>
                    <a:pt x="6515459" y="0"/>
                  </a:moveTo>
                  <a:lnTo>
                    <a:pt x="0" y="0"/>
                  </a:lnTo>
                  <a:lnTo>
                    <a:pt x="0" y="1464193"/>
                  </a:lnTo>
                  <a:lnTo>
                    <a:pt x="6515459" y="1464193"/>
                  </a:lnTo>
                  <a:lnTo>
                    <a:pt x="6515459" y="0"/>
                  </a:lnTo>
                  <a:close/>
                </a:path>
              </a:pathLst>
            </a:custGeom>
            <a:solidFill>
              <a:srgbClr val="D4F0F3"/>
            </a:solidFill>
          </p:spPr>
          <p:txBody>
            <a:bodyPr wrap="square" lIns="0" tIns="0" rIns="0" bIns="0" rtlCol="0"/>
            <a:lstStyle/>
            <a:p>
              <a:endParaRPr>
                <a:latin typeface="Cambria" pitchFamily="18" charset="0"/>
                <a:ea typeface="Cambria" pitchFamily="18" charset="0"/>
              </a:endParaRPr>
            </a:p>
          </p:txBody>
        </p:sp>
        <p:sp>
          <p:nvSpPr>
            <p:cNvPr id="5" name="object 5"/>
            <p:cNvSpPr/>
            <p:nvPr/>
          </p:nvSpPr>
          <p:spPr>
            <a:xfrm>
              <a:off x="1171879" y="2608588"/>
              <a:ext cx="6515734" cy="1464310"/>
            </a:xfrm>
            <a:custGeom>
              <a:avLst/>
              <a:gdLst/>
              <a:ahLst/>
              <a:cxnLst/>
              <a:rect l="l" t="t" r="r" b="b"/>
              <a:pathLst>
                <a:path w="6515734" h="1464310">
                  <a:moveTo>
                    <a:pt x="6515459" y="1464193"/>
                  </a:moveTo>
                  <a:lnTo>
                    <a:pt x="0" y="1464193"/>
                  </a:lnTo>
                  <a:lnTo>
                    <a:pt x="0" y="0"/>
                  </a:lnTo>
                  <a:lnTo>
                    <a:pt x="6515459" y="0"/>
                  </a:lnTo>
                  <a:lnTo>
                    <a:pt x="6515459" y="1464193"/>
                  </a:lnTo>
                  <a:close/>
                </a:path>
              </a:pathLst>
            </a:custGeom>
            <a:ln w="9544">
              <a:solidFill>
                <a:srgbClr val="000000"/>
              </a:solidFill>
            </a:ln>
          </p:spPr>
          <p:txBody>
            <a:bodyPr wrap="square" lIns="0" tIns="0" rIns="0" bIns="0" rtlCol="0"/>
            <a:lstStyle/>
            <a:p>
              <a:endParaRPr>
                <a:latin typeface="Cambria" pitchFamily="18" charset="0"/>
                <a:ea typeface="Cambria" pitchFamily="18" charset="0"/>
              </a:endParaRPr>
            </a:p>
          </p:txBody>
        </p:sp>
        <p:sp>
          <p:nvSpPr>
            <p:cNvPr id="6" name="object 6"/>
            <p:cNvSpPr/>
            <p:nvPr/>
          </p:nvSpPr>
          <p:spPr>
            <a:xfrm>
              <a:off x="1467917" y="1288936"/>
              <a:ext cx="1296670" cy="810895"/>
            </a:xfrm>
            <a:custGeom>
              <a:avLst/>
              <a:gdLst/>
              <a:ahLst/>
              <a:cxnLst/>
              <a:rect l="l" t="t" r="r" b="b"/>
              <a:pathLst>
                <a:path w="1296670" h="810894">
                  <a:moveTo>
                    <a:pt x="1296544" y="0"/>
                  </a:moveTo>
                  <a:lnTo>
                    <a:pt x="0" y="0"/>
                  </a:lnTo>
                  <a:lnTo>
                    <a:pt x="0" y="810785"/>
                  </a:lnTo>
                  <a:lnTo>
                    <a:pt x="1296544" y="810785"/>
                  </a:lnTo>
                  <a:lnTo>
                    <a:pt x="1296544" y="0"/>
                  </a:lnTo>
                  <a:close/>
                </a:path>
              </a:pathLst>
            </a:custGeom>
            <a:solidFill>
              <a:srgbClr val="D2D2D2"/>
            </a:solidFill>
          </p:spPr>
          <p:txBody>
            <a:bodyPr wrap="square" lIns="0" tIns="0" rIns="0" bIns="0" rtlCol="0"/>
            <a:lstStyle/>
            <a:p>
              <a:endParaRPr>
                <a:latin typeface="Cambria" pitchFamily="18" charset="0"/>
                <a:ea typeface="Cambria" pitchFamily="18" charset="0"/>
              </a:endParaRPr>
            </a:p>
          </p:txBody>
        </p:sp>
      </p:grpSp>
      <p:sp>
        <p:nvSpPr>
          <p:cNvPr id="7" name="object 7"/>
          <p:cNvSpPr txBox="1"/>
          <p:nvPr/>
        </p:nvSpPr>
        <p:spPr>
          <a:xfrm>
            <a:off x="1956972" y="1288947"/>
            <a:ext cx="1728668" cy="585417"/>
          </a:xfrm>
          <a:prstGeom prst="rect">
            <a:avLst/>
          </a:prstGeom>
          <a:ln w="9543">
            <a:solidFill>
              <a:srgbClr val="000000"/>
            </a:solidFill>
          </a:ln>
        </p:spPr>
        <p:txBody>
          <a:bodyPr vert="horz" wrap="square" lIns="0" tIns="635" rIns="0" bIns="0" rtlCol="0">
            <a:spAutoFit/>
          </a:bodyPr>
          <a:lstStyle/>
          <a:p>
            <a:pPr>
              <a:lnSpc>
                <a:spcPct val="100000"/>
              </a:lnSpc>
              <a:spcBef>
                <a:spcPts val="5"/>
              </a:spcBef>
            </a:pPr>
            <a:endParaRPr sz="1300">
              <a:latin typeface="Cambria" pitchFamily="18" charset="0"/>
              <a:ea typeface="Cambria" pitchFamily="18" charset="0"/>
              <a:cs typeface="Times New Roman"/>
            </a:endParaRPr>
          </a:p>
          <a:p>
            <a:pPr marL="345440" marR="249554" indent="-84455">
              <a:lnSpc>
                <a:spcPct val="100000"/>
              </a:lnSpc>
              <a:spcBef>
                <a:spcPts val="5"/>
              </a:spcBef>
            </a:pPr>
            <a:r>
              <a:rPr sz="1250" dirty="0">
                <a:latin typeface="Cambria" pitchFamily="18" charset="0"/>
                <a:ea typeface="Cambria" pitchFamily="18" charset="0"/>
                <a:cs typeface="Arial"/>
              </a:rPr>
              <a:t>Applica</a:t>
            </a:r>
            <a:r>
              <a:rPr sz="1250" spc="-5" dirty="0">
                <a:latin typeface="Cambria" pitchFamily="18" charset="0"/>
                <a:ea typeface="Cambria" pitchFamily="18" charset="0"/>
                <a:cs typeface="Arial"/>
              </a:rPr>
              <a:t>t</a:t>
            </a:r>
            <a:r>
              <a:rPr sz="1250" dirty="0">
                <a:latin typeface="Cambria" pitchFamily="18" charset="0"/>
                <a:ea typeface="Cambria" pitchFamily="18" charset="0"/>
                <a:cs typeface="Arial"/>
              </a:rPr>
              <a:t>ion  </a:t>
            </a:r>
            <a:r>
              <a:rPr sz="1250" spc="-5" dirty="0">
                <a:latin typeface="Cambria" pitchFamily="18" charset="0"/>
                <a:ea typeface="Cambria" pitchFamily="18" charset="0"/>
                <a:cs typeface="Arial"/>
              </a:rPr>
              <a:t>Program</a:t>
            </a:r>
            <a:endParaRPr sz="1250">
              <a:latin typeface="Cambria" pitchFamily="18" charset="0"/>
              <a:ea typeface="Cambria" pitchFamily="18" charset="0"/>
              <a:cs typeface="Arial"/>
            </a:endParaRPr>
          </a:p>
        </p:txBody>
      </p:sp>
      <p:sp>
        <p:nvSpPr>
          <p:cNvPr id="8" name="object 8"/>
          <p:cNvSpPr/>
          <p:nvPr/>
        </p:nvSpPr>
        <p:spPr>
          <a:xfrm>
            <a:off x="5041144" y="1288947"/>
            <a:ext cx="1728668" cy="810895"/>
          </a:xfrm>
          <a:custGeom>
            <a:avLst/>
            <a:gdLst/>
            <a:ahLst/>
            <a:cxnLst/>
            <a:rect l="l" t="t" r="r" b="b"/>
            <a:pathLst>
              <a:path w="1296670" h="810894">
                <a:moveTo>
                  <a:pt x="1296532" y="0"/>
                </a:moveTo>
                <a:lnTo>
                  <a:pt x="0" y="0"/>
                </a:lnTo>
                <a:lnTo>
                  <a:pt x="0" y="810785"/>
                </a:lnTo>
                <a:lnTo>
                  <a:pt x="1296532" y="810785"/>
                </a:lnTo>
                <a:lnTo>
                  <a:pt x="1296532" y="0"/>
                </a:lnTo>
                <a:close/>
              </a:path>
            </a:pathLst>
          </a:custGeom>
          <a:solidFill>
            <a:srgbClr val="D2D2D2"/>
          </a:solidFill>
        </p:spPr>
        <p:txBody>
          <a:bodyPr wrap="square" lIns="0" tIns="0" rIns="0" bIns="0" rtlCol="0"/>
          <a:lstStyle/>
          <a:p>
            <a:endParaRPr>
              <a:latin typeface="Cambria" pitchFamily="18" charset="0"/>
              <a:ea typeface="Cambria" pitchFamily="18" charset="0"/>
            </a:endParaRPr>
          </a:p>
        </p:txBody>
      </p:sp>
      <p:sp>
        <p:nvSpPr>
          <p:cNvPr id="9" name="object 9"/>
          <p:cNvSpPr txBox="1"/>
          <p:nvPr/>
        </p:nvSpPr>
        <p:spPr>
          <a:xfrm>
            <a:off x="5041144" y="1288947"/>
            <a:ext cx="1728668" cy="393056"/>
          </a:xfrm>
          <a:prstGeom prst="rect">
            <a:avLst/>
          </a:prstGeom>
          <a:ln w="9543">
            <a:solidFill>
              <a:srgbClr val="000000"/>
            </a:solidFill>
          </a:ln>
        </p:spPr>
        <p:txBody>
          <a:bodyPr vert="horz" wrap="square" lIns="0" tIns="635" rIns="0" bIns="0" rtlCol="0">
            <a:spAutoFit/>
          </a:bodyPr>
          <a:lstStyle/>
          <a:p>
            <a:pPr>
              <a:lnSpc>
                <a:spcPct val="100000"/>
              </a:lnSpc>
              <a:spcBef>
                <a:spcPts val="5"/>
              </a:spcBef>
            </a:pPr>
            <a:endParaRPr sz="1300">
              <a:latin typeface="Cambria" pitchFamily="18" charset="0"/>
              <a:ea typeface="Cambria" pitchFamily="18" charset="0"/>
              <a:cs typeface="Times New Roman"/>
            </a:endParaRPr>
          </a:p>
          <a:p>
            <a:pPr marL="385445" marR="373380" indent="136525">
              <a:lnSpc>
                <a:spcPct val="100000"/>
              </a:lnSpc>
              <a:spcBef>
                <a:spcPts val="5"/>
              </a:spcBef>
            </a:pPr>
            <a:r>
              <a:rPr sz="1250" dirty="0">
                <a:latin typeface="Cambria" pitchFamily="18" charset="0"/>
                <a:ea typeface="Cambria" pitchFamily="18" charset="0"/>
                <a:cs typeface="Arial"/>
              </a:rPr>
              <a:t>File  Sys</a:t>
            </a:r>
            <a:r>
              <a:rPr sz="1250" spc="-5" dirty="0">
                <a:latin typeface="Cambria" pitchFamily="18" charset="0"/>
                <a:ea typeface="Cambria" pitchFamily="18" charset="0"/>
                <a:cs typeface="Arial"/>
              </a:rPr>
              <a:t>t</a:t>
            </a:r>
            <a:r>
              <a:rPr sz="1250" dirty="0">
                <a:latin typeface="Cambria" pitchFamily="18" charset="0"/>
                <a:ea typeface="Cambria" pitchFamily="18" charset="0"/>
                <a:cs typeface="Arial"/>
              </a:rPr>
              <a:t>em</a:t>
            </a:r>
            <a:endParaRPr sz="1250">
              <a:latin typeface="Cambria" pitchFamily="18" charset="0"/>
              <a:ea typeface="Cambria" pitchFamily="18" charset="0"/>
              <a:cs typeface="Arial"/>
            </a:endParaRPr>
          </a:p>
        </p:txBody>
      </p:sp>
      <p:sp>
        <p:nvSpPr>
          <p:cNvPr id="10" name="object 10"/>
          <p:cNvSpPr/>
          <p:nvPr/>
        </p:nvSpPr>
        <p:spPr>
          <a:xfrm>
            <a:off x="7963910" y="1288947"/>
            <a:ext cx="1728668" cy="810895"/>
          </a:xfrm>
          <a:custGeom>
            <a:avLst/>
            <a:gdLst/>
            <a:ahLst/>
            <a:cxnLst/>
            <a:rect l="l" t="t" r="r" b="b"/>
            <a:pathLst>
              <a:path w="1296670" h="810894">
                <a:moveTo>
                  <a:pt x="1296309" y="0"/>
                </a:moveTo>
                <a:lnTo>
                  <a:pt x="0" y="0"/>
                </a:lnTo>
                <a:lnTo>
                  <a:pt x="0" y="810785"/>
                </a:lnTo>
                <a:lnTo>
                  <a:pt x="1296309" y="810785"/>
                </a:lnTo>
                <a:lnTo>
                  <a:pt x="1296309" y="0"/>
                </a:lnTo>
                <a:close/>
              </a:path>
            </a:pathLst>
          </a:custGeom>
          <a:solidFill>
            <a:srgbClr val="D2D2D2"/>
          </a:solidFill>
        </p:spPr>
        <p:txBody>
          <a:bodyPr wrap="square" lIns="0" tIns="0" rIns="0" bIns="0" rtlCol="0"/>
          <a:lstStyle/>
          <a:p>
            <a:endParaRPr>
              <a:latin typeface="Cambria" pitchFamily="18" charset="0"/>
              <a:ea typeface="Cambria" pitchFamily="18" charset="0"/>
            </a:endParaRPr>
          </a:p>
        </p:txBody>
      </p:sp>
      <p:sp>
        <p:nvSpPr>
          <p:cNvPr id="11" name="object 11"/>
          <p:cNvSpPr txBox="1"/>
          <p:nvPr/>
        </p:nvSpPr>
        <p:spPr>
          <a:xfrm>
            <a:off x="7963910" y="1288947"/>
            <a:ext cx="1728668" cy="585417"/>
          </a:xfrm>
          <a:prstGeom prst="rect">
            <a:avLst/>
          </a:prstGeom>
          <a:ln w="9543">
            <a:solidFill>
              <a:srgbClr val="000000"/>
            </a:solidFill>
          </a:ln>
        </p:spPr>
        <p:txBody>
          <a:bodyPr vert="horz" wrap="square" lIns="0" tIns="635" rIns="0" bIns="0" rtlCol="0">
            <a:spAutoFit/>
          </a:bodyPr>
          <a:lstStyle/>
          <a:p>
            <a:pPr>
              <a:lnSpc>
                <a:spcPct val="100000"/>
              </a:lnSpc>
              <a:spcBef>
                <a:spcPts val="5"/>
              </a:spcBef>
            </a:pPr>
            <a:endParaRPr sz="1300">
              <a:latin typeface="Cambria" pitchFamily="18" charset="0"/>
              <a:ea typeface="Cambria" pitchFamily="18" charset="0"/>
              <a:cs typeface="Times New Roman"/>
            </a:endParaRPr>
          </a:p>
          <a:p>
            <a:pPr marL="438784" marR="394970" indent="-31115">
              <a:lnSpc>
                <a:spcPct val="100000"/>
              </a:lnSpc>
              <a:spcBef>
                <a:spcPts val="5"/>
              </a:spcBef>
            </a:pPr>
            <a:r>
              <a:rPr sz="1250" dirty="0">
                <a:latin typeface="Cambria" pitchFamily="18" charset="0"/>
                <a:ea typeface="Cambria" pitchFamily="18" charset="0"/>
                <a:cs typeface="Arial"/>
              </a:rPr>
              <a:t>Devi</a:t>
            </a:r>
            <a:r>
              <a:rPr sz="1250" spc="-5" dirty="0">
                <a:latin typeface="Cambria" pitchFamily="18" charset="0"/>
                <a:ea typeface="Cambria" pitchFamily="18" charset="0"/>
                <a:cs typeface="Arial"/>
              </a:rPr>
              <a:t>c</a:t>
            </a:r>
            <a:r>
              <a:rPr sz="1250" dirty="0">
                <a:latin typeface="Cambria" pitchFamily="18" charset="0"/>
                <a:ea typeface="Cambria" pitchFamily="18" charset="0"/>
                <a:cs typeface="Arial"/>
              </a:rPr>
              <a:t>e  Driver</a:t>
            </a:r>
            <a:endParaRPr sz="1250">
              <a:latin typeface="Cambria" pitchFamily="18" charset="0"/>
              <a:ea typeface="Cambria" pitchFamily="18" charset="0"/>
              <a:cs typeface="Arial"/>
            </a:endParaRPr>
          </a:p>
        </p:txBody>
      </p:sp>
      <p:grpSp>
        <p:nvGrpSpPr>
          <p:cNvPr id="12" name="object 12"/>
          <p:cNvGrpSpPr/>
          <p:nvPr/>
        </p:nvGrpSpPr>
        <p:grpSpPr>
          <a:xfrm>
            <a:off x="1555535" y="2912387"/>
            <a:ext cx="8700061" cy="1967230"/>
            <a:chOff x="1166799" y="2912387"/>
            <a:chExt cx="6525895" cy="1967230"/>
          </a:xfrm>
        </p:grpSpPr>
        <p:sp>
          <p:nvSpPr>
            <p:cNvPr id="13" name="object 13"/>
            <p:cNvSpPr/>
            <p:nvPr/>
          </p:nvSpPr>
          <p:spPr>
            <a:xfrm>
              <a:off x="1467917" y="2917467"/>
              <a:ext cx="1412875" cy="791845"/>
            </a:xfrm>
            <a:custGeom>
              <a:avLst/>
              <a:gdLst/>
              <a:ahLst/>
              <a:cxnLst/>
              <a:rect l="l" t="t" r="r" b="b"/>
              <a:pathLst>
                <a:path w="1412875" h="791845">
                  <a:moveTo>
                    <a:pt x="706189" y="0"/>
                  </a:moveTo>
                  <a:lnTo>
                    <a:pt x="645263" y="1452"/>
                  </a:lnTo>
                  <a:lnTo>
                    <a:pt x="585775" y="5731"/>
                  </a:lnTo>
                  <a:lnTo>
                    <a:pt x="527937" y="12717"/>
                  </a:lnTo>
                  <a:lnTo>
                    <a:pt x="471961" y="22291"/>
                  </a:lnTo>
                  <a:lnTo>
                    <a:pt x="418059" y="34335"/>
                  </a:lnTo>
                  <a:lnTo>
                    <a:pt x="366444" y="48731"/>
                  </a:lnTo>
                  <a:lnTo>
                    <a:pt x="317326" y="65359"/>
                  </a:lnTo>
                  <a:lnTo>
                    <a:pt x="270920" y="84100"/>
                  </a:lnTo>
                  <a:lnTo>
                    <a:pt x="227435" y="104837"/>
                  </a:lnTo>
                  <a:lnTo>
                    <a:pt x="187086" y="127450"/>
                  </a:lnTo>
                  <a:lnTo>
                    <a:pt x="150083" y="151820"/>
                  </a:lnTo>
                  <a:lnTo>
                    <a:pt x="116640" y="177830"/>
                  </a:lnTo>
                  <a:lnTo>
                    <a:pt x="86967" y="205359"/>
                  </a:lnTo>
                  <a:lnTo>
                    <a:pt x="61277" y="234290"/>
                  </a:lnTo>
                  <a:lnTo>
                    <a:pt x="22696" y="295882"/>
                  </a:lnTo>
                  <a:lnTo>
                    <a:pt x="2592" y="361655"/>
                  </a:lnTo>
                  <a:lnTo>
                    <a:pt x="0" y="395812"/>
                  </a:lnTo>
                  <a:lnTo>
                    <a:pt x="2592" y="429984"/>
                  </a:lnTo>
                  <a:lnTo>
                    <a:pt x="22696" y="495779"/>
                  </a:lnTo>
                  <a:lnTo>
                    <a:pt x="61277" y="557386"/>
                  </a:lnTo>
                  <a:lnTo>
                    <a:pt x="86967" y="586323"/>
                  </a:lnTo>
                  <a:lnTo>
                    <a:pt x="116640" y="613857"/>
                  </a:lnTo>
                  <a:lnTo>
                    <a:pt x="150083" y="639869"/>
                  </a:lnTo>
                  <a:lnTo>
                    <a:pt x="187086" y="664242"/>
                  </a:lnTo>
                  <a:lnTo>
                    <a:pt x="227435" y="686856"/>
                  </a:lnTo>
                  <a:lnTo>
                    <a:pt x="270920" y="707593"/>
                  </a:lnTo>
                  <a:lnTo>
                    <a:pt x="317326" y="726335"/>
                  </a:lnTo>
                  <a:lnTo>
                    <a:pt x="366444" y="742962"/>
                  </a:lnTo>
                  <a:lnTo>
                    <a:pt x="418059" y="757357"/>
                  </a:lnTo>
                  <a:lnTo>
                    <a:pt x="471961" y="769400"/>
                  </a:lnTo>
                  <a:lnTo>
                    <a:pt x="527937" y="778974"/>
                  </a:lnTo>
                  <a:lnTo>
                    <a:pt x="585775" y="785959"/>
                  </a:lnTo>
                  <a:lnTo>
                    <a:pt x="645263" y="790237"/>
                  </a:lnTo>
                  <a:lnTo>
                    <a:pt x="706189" y="791689"/>
                  </a:lnTo>
                  <a:lnTo>
                    <a:pt x="767137" y="790237"/>
                  </a:lnTo>
                  <a:lnTo>
                    <a:pt x="826641" y="785959"/>
                  </a:lnTo>
                  <a:lnTo>
                    <a:pt x="884490" y="778974"/>
                  </a:lnTo>
                  <a:lnTo>
                    <a:pt x="940471" y="769400"/>
                  </a:lnTo>
                  <a:lnTo>
                    <a:pt x="994374" y="757357"/>
                  </a:lnTo>
                  <a:lnTo>
                    <a:pt x="1045987" y="742962"/>
                  </a:lnTo>
                  <a:lnTo>
                    <a:pt x="1095099" y="726335"/>
                  </a:lnTo>
                  <a:lnTo>
                    <a:pt x="1141497" y="707593"/>
                  </a:lnTo>
                  <a:lnTo>
                    <a:pt x="1184970" y="686856"/>
                  </a:lnTo>
                  <a:lnTo>
                    <a:pt x="1225308" y="664242"/>
                  </a:lnTo>
                  <a:lnTo>
                    <a:pt x="1262297" y="639869"/>
                  </a:lnTo>
                  <a:lnTo>
                    <a:pt x="1295727" y="613857"/>
                  </a:lnTo>
                  <a:lnTo>
                    <a:pt x="1325386" y="586323"/>
                  </a:lnTo>
                  <a:lnTo>
                    <a:pt x="1351062" y="557386"/>
                  </a:lnTo>
                  <a:lnTo>
                    <a:pt x="1389621" y="495779"/>
                  </a:lnTo>
                  <a:lnTo>
                    <a:pt x="1409712" y="429984"/>
                  </a:lnTo>
                  <a:lnTo>
                    <a:pt x="1412303" y="395812"/>
                  </a:lnTo>
                  <a:lnTo>
                    <a:pt x="1409712" y="361655"/>
                  </a:lnTo>
                  <a:lnTo>
                    <a:pt x="1389621" y="295882"/>
                  </a:lnTo>
                  <a:lnTo>
                    <a:pt x="1351062" y="234290"/>
                  </a:lnTo>
                  <a:lnTo>
                    <a:pt x="1325386" y="205359"/>
                  </a:lnTo>
                  <a:lnTo>
                    <a:pt x="1295727" y="177830"/>
                  </a:lnTo>
                  <a:lnTo>
                    <a:pt x="1262297" y="151820"/>
                  </a:lnTo>
                  <a:lnTo>
                    <a:pt x="1225308" y="127450"/>
                  </a:lnTo>
                  <a:lnTo>
                    <a:pt x="1184970" y="104837"/>
                  </a:lnTo>
                  <a:lnTo>
                    <a:pt x="1141497" y="84100"/>
                  </a:lnTo>
                  <a:lnTo>
                    <a:pt x="1095099" y="65359"/>
                  </a:lnTo>
                  <a:lnTo>
                    <a:pt x="1045987" y="48731"/>
                  </a:lnTo>
                  <a:lnTo>
                    <a:pt x="994374" y="34335"/>
                  </a:lnTo>
                  <a:lnTo>
                    <a:pt x="940471" y="22291"/>
                  </a:lnTo>
                  <a:lnTo>
                    <a:pt x="884490" y="12717"/>
                  </a:lnTo>
                  <a:lnTo>
                    <a:pt x="826641" y="5731"/>
                  </a:lnTo>
                  <a:lnTo>
                    <a:pt x="767137" y="1452"/>
                  </a:lnTo>
                  <a:lnTo>
                    <a:pt x="706189" y="0"/>
                  </a:lnTo>
                  <a:close/>
                </a:path>
              </a:pathLst>
            </a:custGeom>
            <a:solidFill>
              <a:srgbClr val="D2D2D2"/>
            </a:solidFill>
          </p:spPr>
          <p:txBody>
            <a:bodyPr wrap="square" lIns="0" tIns="0" rIns="0" bIns="0" rtlCol="0"/>
            <a:lstStyle/>
            <a:p>
              <a:endParaRPr>
                <a:latin typeface="Cambria" pitchFamily="18" charset="0"/>
                <a:ea typeface="Cambria" pitchFamily="18" charset="0"/>
              </a:endParaRPr>
            </a:p>
          </p:txBody>
        </p:sp>
        <p:sp>
          <p:nvSpPr>
            <p:cNvPr id="14" name="object 14"/>
            <p:cNvSpPr/>
            <p:nvPr/>
          </p:nvSpPr>
          <p:spPr>
            <a:xfrm>
              <a:off x="1171879" y="2917467"/>
              <a:ext cx="6515734" cy="1957070"/>
            </a:xfrm>
            <a:custGeom>
              <a:avLst/>
              <a:gdLst/>
              <a:ahLst/>
              <a:cxnLst/>
              <a:rect l="l" t="t" r="r" b="b"/>
              <a:pathLst>
                <a:path w="6515734" h="1957070">
                  <a:moveTo>
                    <a:pt x="1708341" y="395812"/>
                  </a:moveTo>
                  <a:lnTo>
                    <a:pt x="1705750" y="429984"/>
                  </a:lnTo>
                  <a:lnTo>
                    <a:pt x="1698120" y="463346"/>
                  </a:lnTo>
                  <a:lnTo>
                    <a:pt x="1668583" y="527166"/>
                  </a:lnTo>
                  <a:lnTo>
                    <a:pt x="1621424" y="586323"/>
                  </a:lnTo>
                  <a:lnTo>
                    <a:pt x="1591765" y="613857"/>
                  </a:lnTo>
                  <a:lnTo>
                    <a:pt x="1558335" y="639869"/>
                  </a:lnTo>
                  <a:lnTo>
                    <a:pt x="1521346" y="664242"/>
                  </a:lnTo>
                  <a:lnTo>
                    <a:pt x="1481009" y="686856"/>
                  </a:lnTo>
                  <a:lnTo>
                    <a:pt x="1437535" y="707593"/>
                  </a:lnTo>
                  <a:lnTo>
                    <a:pt x="1391137" y="726335"/>
                  </a:lnTo>
                  <a:lnTo>
                    <a:pt x="1342026" y="742962"/>
                  </a:lnTo>
                  <a:lnTo>
                    <a:pt x="1290413" y="757357"/>
                  </a:lnTo>
                  <a:lnTo>
                    <a:pt x="1236510" y="769400"/>
                  </a:lnTo>
                  <a:lnTo>
                    <a:pt x="1180528" y="778974"/>
                  </a:lnTo>
                  <a:lnTo>
                    <a:pt x="1122679" y="785959"/>
                  </a:lnTo>
                  <a:lnTo>
                    <a:pt x="1063175" y="790237"/>
                  </a:lnTo>
                  <a:lnTo>
                    <a:pt x="1002228" y="791689"/>
                  </a:lnTo>
                  <a:lnTo>
                    <a:pt x="941302" y="790237"/>
                  </a:lnTo>
                  <a:lnTo>
                    <a:pt x="881814" y="785959"/>
                  </a:lnTo>
                  <a:lnTo>
                    <a:pt x="823975" y="778974"/>
                  </a:lnTo>
                  <a:lnTo>
                    <a:pt x="767999" y="769400"/>
                  </a:lnTo>
                  <a:lnTo>
                    <a:pt x="714098" y="757357"/>
                  </a:lnTo>
                  <a:lnTo>
                    <a:pt x="662482" y="742962"/>
                  </a:lnTo>
                  <a:lnTo>
                    <a:pt x="613365" y="726335"/>
                  </a:lnTo>
                  <a:lnTo>
                    <a:pt x="566958" y="707593"/>
                  </a:lnTo>
                  <a:lnTo>
                    <a:pt x="523474" y="686856"/>
                  </a:lnTo>
                  <a:lnTo>
                    <a:pt x="483124" y="664242"/>
                  </a:lnTo>
                  <a:lnTo>
                    <a:pt x="446122" y="639869"/>
                  </a:lnTo>
                  <a:lnTo>
                    <a:pt x="412678" y="613857"/>
                  </a:lnTo>
                  <a:lnTo>
                    <a:pt x="383005" y="586323"/>
                  </a:lnTo>
                  <a:lnTo>
                    <a:pt x="357316" y="557386"/>
                  </a:lnTo>
                  <a:lnTo>
                    <a:pt x="318734" y="495779"/>
                  </a:lnTo>
                  <a:lnTo>
                    <a:pt x="298630" y="429984"/>
                  </a:lnTo>
                  <a:lnTo>
                    <a:pt x="296038" y="395812"/>
                  </a:lnTo>
                  <a:lnTo>
                    <a:pt x="298630" y="361655"/>
                  </a:lnTo>
                  <a:lnTo>
                    <a:pt x="318734" y="295882"/>
                  </a:lnTo>
                  <a:lnTo>
                    <a:pt x="357316" y="234290"/>
                  </a:lnTo>
                  <a:lnTo>
                    <a:pt x="383005" y="205359"/>
                  </a:lnTo>
                  <a:lnTo>
                    <a:pt x="412678" y="177830"/>
                  </a:lnTo>
                  <a:lnTo>
                    <a:pt x="446122" y="151820"/>
                  </a:lnTo>
                  <a:lnTo>
                    <a:pt x="483124" y="127450"/>
                  </a:lnTo>
                  <a:lnTo>
                    <a:pt x="523474" y="104837"/>
                  </a:lnTo>
                  <a:lnTo>
                    <a:pt x="566958" y="84100"/>
                  </a:lnTo>
                  <a:lnTo>
                    <a:pt x="613365" y="65359"/>
                  </a:lnTo>
                  <a:lnTo>
                    <a:pt x="662482" y="48731"/>
                  </a:lnTo>
                  <a:lnTo>
                    <a:pt x="714098" y="34335"/>
                  </a:lnTo>
                  <a:lnTo>
                    <a:pt x="767999" y="22291"/>
                  </a:lnTo>
                  <a:lnTo>
                    <a:pt x="823975" y="12717"/>
                  </a:lnTo>
                  <a:lnTo>
                    <a:pt x="881814" y="5731"/>
                  </a:lnTo>
                  <a:lnTo>
                    <a:pt x="941302" y="1452"/>
                  </a:lnTo>
                  <a:lnTo>
                    <a:pt x="1002228" y="0"/>
                  </a:lnTo>
                  <a:lnTo>
                    <a:pt x="1063175" y="1452"/>
                  </a:lnTo>
                  <a:lnTo>
                    <a:pt x="1122679" y="5731"/>
                  </a:lnTo>
                  <a:lnTo>
                    <a:pt x="1180528" y="12717"/>
                  </a:lnTo>
                  <a:lnTo>
                    <a:pt x="1236510" y="22291"/>
                  </a:lnTo>
                  <a:lnTo>
                    <a:pt x="1290413" y="34335"/>
                  </a:lnTo>
                  <a:lnTo>
                    <a:pt x="1342026" y="48731"/>
                  </a:lnTo>
                  <a:lnTo>
                    <a:pt x="1391137" y="65359"/>
                  </a:lnTo>
                  <a:lnTo>
                    <a:pt x="1437535" y="84100"/>
                  </a:lnTo>
                  <a:lnTo>
                    <a:pt x="1481009" y="104837"/>
                  </a:lnTo>
                  <a:lnTo>
                    <a:pt x="1521346" y="127450"/>
                  </a:lnTo>
                  <a:lnTo>
                    <a:pt x="1558335" y="151820"/>
                  </a:lnTo>
                  <a:lnTo>
                    <a:pt x="1591765" y="177830"/>
                  </a:lnTo>
                  <a:lnTo>
                    <a:pt x="1621424" y="205359"/>
                  </a:lnTo>
                  <a:lnTo>
                    <a:pt x="1647101" y="234290"/>
                  </a:lnTo>
                  <a:lnTo>
                    <a:pt x="1685660" y="295882"/>
                  </a:lnTo>
                  <a:lnTo>
                    <a:pt x="1705750" y="361655"/>
                  </a:lnTo>
                  <a:lnTo>
                    <a:pt x="1708341" y="395812"/>
                  </a:lnTo>
                  <a:close/>
                </a:path>
                <a:path w="6515734" h="1957070">
                  <a:moveTo>
                    <a:pt x="6515459" y="1956889"/>
                  </a:moveTo>
                  <a:lnTo>
                    <a:pt x="0" y="1956889"/>
                  </a:lnTo>
                  <a:lnTo>
                    <a:pt x="0" y="1500670"/>
                  </a:lnTo>
                  <a:lnTo>
                    <a:pt x="6515459" y="1500670"/>
                  </a:lnTo>
                  <a:lnTo>
                    <a:pt x="6515459" y="1956889"/>
                  </a:lnTo>
                  <a:close/>
                </a:path>
              </a:pathLst>
            </a:custGeom>
            <a:ln w="9543">
              <a:solidFill>
                <a:srgbClr val="000000"/>
              </a:solidFill>
            </a:ln>
          </p:spPr>
          <p:txBody>
            <a:bodyPr wrap="square" lIns="0" tIns="0" rIns="0" bIns="0" rtlCol="0"/>
            <a:lstStyle/>
            <a:p>
              <a:endParaRPr>
                <a:latin typeface="Cambria" pitchFamily="18" charset="0"/>
                <a:ea typeface="Cambria" pitchFamily="18" charset="0"/>
              </a:endParaRPr>
            </a:p>
          </p:txBody>
        </p:sp>
      </p:grpSp>
      <p:sp>
        <p:nvSpPr>
          <p:cNvPr id="15" name="object 15"/>
          <p:cNvSpPr txBox="1"/>
          <p:nvPr/>
        </p:nvSpPr>
        <p:spPr>
          <a:xfrm>
            <a:off x="2145241" y="3089976"/>
            <a:ext cx="1506024" cy="407670"/>
          </a:xfrm>
          <a:prstGeom prst="rect">
            <a:avLst/>
          </a:prstGeom>
        </p:spPr>
        <p:txBody>
          <a:bodyPr vert="horz" wrap="square" lIns="0" tIns="12700" rIns="0" bIns="0" rtlCol="0">
            <a:spAutoFit/>
          </a:bodyPr>
          <a:lstStyle/>
          <a:p>
            <a:pPr marL="12700" marR="5080" indent="114300">
              <a:lnSpc>
                <a:spcPct val="100000"/>
              </a:lnSpc>
              <a:spcBef>
                <a:spcPts val="100"/>
              </a:spcBef>
            </a:pPr>
            <a:r>
              <a:rPr sz="1250" dirty="0">
                <a:latin typeface="Cambria" pitchFamily="18" charset="0"/>
                <a:ea typeface="Cambria" pitchFamily="18" charset="0"/>
                <a:cs typeface="Arial"/>
              </a:rPr>
              <a:t>Interprocess  Com</a:t>
            </a:r>
            <a:r>
              <a:rPr sz="1250" spc="-5" dirty="0">
                <a:latin typeface="Cambria" pitchFamily="18" charset="0"/>
                <a:ea typeface="Cambria" pitchFamily="18" charset="0"/>
                <a:cs typeface="Arial"/>
              </a:rPr>
              <a:t>m</a:t>
            </a:r>
            <a:r>
              <a:rPr sz="1250" dirty="0">
                <a:latin typeface="Cambria" pitchFamily="18" charset="0"/>
                <a:ea typeface="Cambria" pitchFamily="18" charset="0"/>
                <a:cs typeface="Arial"/>
              </a:rPr>
              <a:t>unica</a:t>
            </a:r>
            <a:r>
              <a:rPr sz="1250" spc="-5" dirty="0">
                <a:latin typeface="Cambria" pitchFamily="18" charset="0"/>
                <a:ea typeface="Cambria" pitchFamily="18" charset="0"/>
                <a:cs typeface="Arial"/>
              </a:rPr>
              <a:t>t</a:t>
            </a:r>
            <a:r>
              <a:rPr sz="1250" dirty="0">
                <a:latin typeface="Cambria" pitchFamily="18" charset="0"/>
                <a:ea typeface="Cambria" pitchFamily="18" charset="0"/>
                <a:cs typeface="Arial"/>
              </a:rPr>
              <a:t>ion</a:t>
            </a:r>
          </a:p>
        </p:txBody>
      </p:sp>
      <p:grpSp>
        <p:nvGrpSpPr>
          <p:cNvPr id="16" name="object 16"/>
          <p:cNvGrpSpPr/>
          <p:nvPr/>
        </p:nvGrpSpPr>
        <p:grpSpPr>
          <a:xfrm>
            <a:off x="5034377" y="2860891"/>
            <a:ext cx="1897133" cy="802005"/>
            <a:chOff x="3776270" y="2860880"/>
            <a:chExt cx="1423035" cy="802005"/>
          </a:xfrm>
        </p:grpSpPr>
        <p:sp>
          <p:nvSpPr>
            <p:cNvPr id="17" name="object 17"/>
            <p:cNvSpPr/>
            <p:nvPr/>
          </p:nvSpPr>
          <p:spPr>
            <a:xfrm>
              <a:off x="3781350" y="2865960"/>
              <a:ext cx="1412875" cy="791845"/>
            </a:xfrm>
            <a:custGeom>
              <a:avLst/>
              <a:gdLst/>
              <a:ahLst/>
              <a:cxnLst/>
              <a:rect l="l" t="t" r="r" b="b"/>
              <a:pathLst>
                <a:path w="1412875" h="791845">
                  <a:moveTo>
                    <a:pt x="706176" y="0"/>
                  </a:moveTo>
                  <a:lnTo>
                    <a:pt x="645264" y="1452"/>
                  </a:lnTo>
                  <a:lnTo>
                    <a:pt x="585787" y="5731"/>
                  </a:lnTo>
                  <a:lnTo>
                    <a:pt x="527957" y="12717"/>
                  </a:lnTo>
                  <a:lnTo>
                    <a:pt x="471987" y="22291"/>
                  </a:lnTo>
                  <a:lnTo>
                    <a:pt x="418089" y="34335"/>
                  </a:lnTo>
                  <a:lnTo>
                    <a:pt x="366476" y="48731"/>
                  </a:lnTo>
                  <a:lnTo>
                    <a:pt x="317360" y="65359"/>
                  </a:lnTo>
                  <a:lnTo>
                    <a:pt x="270952" y="84100"/>
                  </a:lnTo>
                  <a:lnTo>
                    <a:pt x="227466" y="104837"/>
                  </a:lnTo>
                  <a:lnTo>
                    <a:pt x="187114" y="127450"/>
                  </a:lnTo>
                  <a:lnTo>
                    <a:pt x="150108" y="151820"/>
                  </a:lnTo>
                  <a:lnTo>
                    <a:pt x="116660" y="177830"/>
                  </a:lnTo>
                  <a:lnTo>
                    <a:pt x="86983" y="205359"/>
                  </a:lnTo>
                  <a:lnTo>
                    <a:pt x="61290" y="234290"/>
                  </a:lnTo>
                  <a:lnTo>
                    <a:pt x="22701" y="295882"/>
                  </a:lnTo>
                  <a:lnTo>
                    <a:pt x="2593" y="361655"/>
                  </a:lnTo>
                  <a:lnTo>
                    <a:pt x="0" y="395812"/>
                  </a:lnTo>
                  <a:lnTo>
                    <a:pt x="2593" y="429984"/>
                  </a:lnTo>
                  <a:lnTo>
                    <a:pt x="22701" y="495779"/>
                  </a:lnTo>
                  <a:lnTo>
                    <a:pt x="61290" y="557386"/>
                  </a:lnTo>
                  <a:lnTo>
                    <a:pt x="86983" y="586323"/>
                  </a:lnTo>
                  <a:lnTo>
                    <a:pt x="116660" y="613857"/>
                  </a:lnTo>
                  <a:lnTo>
                    <a:pt x="150108" y="639869"/>
                  </a:lnTo>
                  <a:lnTo>
                    <a:pt x="187114" y="664242"/>
                  </a:lnTo>
                  <a:lnTo>
                    <a:pt x="227466" y="686856"/>
                  </a:lnTo>
                  <a:lnTo>
                    <a:pt x="270952" y="707593"/>
                  </a:lnTo>
                  <a:lnTo>
                    <a:pt x="317360" y="726335"/>
                  </a:lnTo>
                  <a:lnTo>
                    <a:pt x="366476" y="742962"/>
                  </a:lnTo>
                  <a:lnTo>
                    <a:pt x="418089" y="757357"/>
                  </a:lnTo>
                  <a:lnTo>
                    <a:pt x="471987" y="769400"/>
                  </a:lnTo>
                  <a:lnTo>
                    <a:pt x="527957" y="778974"/>
                  </a:lnTo>
                  <a:lnTo>
                    <a:pt x="585787" y="785959"/>
                  </a:lnTo>
                  <a:lnTo>
                    <a:pt x="645264" y="790237"/>
                  </a:lnTo>
                  <a:lnTo>
                    <a:pt x="706176" y="791689"/>
                  </a:lnTo>
                  <a:lnTo>
                    <a:pt x="767125" y="790237"/>
                  </a:lnTo>
                  <a:lnTo>
                    <a:pt x="826630" y="785959"/>
                  </a:lnTo>
                  <a:lnTo>
                    <a:pt x="884481" y="778974"/>
                  </a:lnTo>
                  <a:lnTo>
                    <a:pt x="940466" y="769400"/>
                  </a:lnTo>
                  <a:lnTo>
                    <a:pt x="994372" y="757357"/>
                  </a:lnTo>
                  <a:lnTo>
                    <a:pt x="1045990" y="742962"/>
                  </a:lnTo>
                  <a:lnTo>
                    <a:pt x="1095105" y="726335"/>
                  </a:lnTo>
                  <a:lnTo>
                    <a:pt x="1141508" y="707593"/>
                  </a:lnTo>
                  <a:lnTo>
                    <a:pt x="1184987" y="686856"/>
                  </a:lnTo>
                  <a:lnTo>
                    <a:pt x="1225329" y="664242"/>
                  </a:lnTo>
                  <a:lnTo>
                    <a:pt x="1262323" y="639869"/>
                  </a:lnTo>
                  <a:lnTo>
                    <a:pt x="1295758" y="613857"/>
                  </a:lnTo>
                  <a:lnTo>
                    <a:pt x="1325422" y="586323"/>
                  </a:lnTo>
                  <a:lnTo>
                    <a:pt x="1351102" y="557386"/>
                  </a:lnTo>
                  <a:lnTo>
                    <a:pt x="1389668" y="495779"/>
                  </a:lnTo>
                  <a:lnTo>
                    <a:pt x="1409762" y="429984"/>
                  </a:lnTo>
                  <a:lnTo>
                    <a:pt x="1412353" y="395812"/>
                  </a:lnTo>
                  <a:lnTo>
                    <a:pt x="1409762" y="361655"/>
                  </a:lnTo>
                  <a:lnTo>
                    <a:pt x="1389668" y="295882"/>
                  </a:lnTo>
                  <a:lnTo>
                    <a:pt x="1351102" y="234290"/>
                  </a:lnTo>
                  <a:lnTo>
                    <a:pt x="1325422" y="205359"/>
                  </a:lnTo>
                  <a:lnTo>
                    <a:pt x="1295758" y="177830"/>
                  </a:lnTo>
                  <a:lnTo>
                    <a:pt x="1262323" y="151820"/>
                  </a:lnTo>
                  <a:lnTo>
                    <a:pt x="1225329" y="127450"/>
                  </a:lnTo>
                  <a:lnTo>
                    <a:pt x="1184987" y="104837"/>
                  </a:lnTo>
                  <a:lnTo>
                    <a:pt x="1141508" y="84100"/>
                  </a:lnTo>
                  <a:lnTo>
                    <a:pt x="1095105" y="65359"/>
                  </a:lnTo>
                  <a:lnTo>
                    <a:pt x="1045990" y="48731"/>
                  </a:lnTo>
                  <a:lnTo>
                    <a:pt x="994372" y="34335"/>
                  </a:lnTo>
                  <a:lnTo>
                    <a:pt x="940466" y="22291"/>
                  </a:lnTo>
                  <a:lnTo>
                    <a:pt x="884481" y="12717"/>
                  </a:lnTo>
                  <a:lnTo>
                    <a:pt x="826630" y="5731"/>
                  </a:lnTo>
                  <a:lnTo>
                    <a:pt x="767125" y="1452"/>
                  </a:lnTo>
                  <a:lnTo>
                    <a:pt x="706176" y="0"/>
                  </a:lnTo>
                  <a:close/>
                </a:path>
              </a:pathLst>
            </a:custGeom>
            <a:solidFill>
              <a:srgbClr val="D2D2D2"/>
            </a:solidFill>
          </p:spPr>
          <p:txBody>
            <a:bodyPr wrap="square" lIns="0" tIns="0" rIns="0" bIns="0" rtlCol="0"/>
            <a:lstStyle/>
            <a:p>
              <a:endParaRPr>
                <a:latin typeface="Cambria" pitchFamily="18" charset="0"/>
                <a:ea typeface="Cambria" pitchFamily="18" charset="0"/>
              </a:endParaRPr>
            </a:p>
          </p:txBody>
        </p:sp>
        <p:sp>
          <p:nvSpPr>
            <p:cNvPr id="18" name="object 18"/>
            <p:cNvSpPr/>
            <p:nvPr/>
          </p:nvSpPr>
          <p:spPr>
            <a:xfrm>
              <a:off x="3781350" y="2865960"/>
              <a:ext cx="1412875" cy="791845"/>
            </a:xfrm>
            <a:custGeom>
              <a:avLst/>
              <a:gdLst/>
              <a:ahLst/>
              <a:cxnLst/>
              <a:rect l="l" t="t" r="r" b="b"/>
              <a:pathLst>
                <a:path w="1412875" h="791845">
                  <a:moveTo>
                    <a:pt x="1412353" y="395812"/>
                  </a:moveTo>
                  <a:lnTo>
                    <a:pt x="1409762" y="429984"/>
                  </a:lnTo>
                  <a:lnTo>
                    <a:pt x="1402130" y="463346"/>
                  </a:lnTo>
                  <a:lnTo>
                    <a:pt x="1372588" y="527166"/>
                  </a:lnTo>
                  <a:lnTo>
                    <a:pt x="1325422" y="586323"/>
                  </a:lnTo>
                  <a:lnTo>
                    <a:pt x="1295758" y="613857"/>
                  </a:lnTo>
                  <a:lnTo>
                    <a:pt x="1262323" y="639869"/>
                  </a:lnTo>
                  <a:lnTo>
                    <a:pt x="1225329" y="664242"/>
                  </a:lnTo>
                  <a:lnTo>
                    <a:pt x="1184987" y="686856"/>
                  </a:lnTo>
                  <a:lnTo>
                    <a:pt x="1141508" y="707593"/>
                  </a:lnTo>
                  <a:lnTo>
                    <a:pt x="1095105" y="726335"/>
                  </a:lnTo>
                  <a:lnTo>
                    <a:pt x="1045990" y="742962"/>
                  </a:lnTo>
                  <a:lnTo>
                    <a:pt x="994372" y="757357"/>
                  </a:lnTo>
                  <a:lnTo>
                    <a:pt x="940466" y="769400"/>
                  </a:lnTo>
                  <a:lnTo>
                    <a:pt x="884481" y="778974"/>
                  </a:lnTo>
                  <a:lnTo>
                    <a:pt x="826630" y="785959"/>
                  </a:lnTo>
                  <a:lnTo>
                    <a:pt x="767125" y="790237"/>
                  </a:lnTo>
                  <a:lnTo>
                    <a:pt x="706176" y="791689"/>
                  </a:lnTo>
                  <a:lnTo>
                    <a:pt x="645264" y="790237"/>
                  </a:lnTo>
                  <a:lnTo>
                    <a:pt x="585787" y="785959"/>
                  </a:lnTo>
                  <a:lnTo>
                    <a:pt x="527957" y="778974"/>
                  </a:lnTo>
                  <a:lnTo>
                    <a:pt x="471987" y="769400"/>
                  </a:lnTo>
                  <a:lnTo>
                    <a:pt x="418089" y="757357"/>
                  </a:lnTo>
                  <a:lnTo>
                    <a:pt x="366476" y="742962"/>
                  </a:lnTo>
                  <a:lnTo>
                    <a:pt x="317360" y="726335"/>
                  </a:lnTo>
                  <a:lnTo>
                    <a:pt x="270952" y="707593"/>
                  </a:lnTo>
                  <a:lnTo>
                    <a:pt x="227466" y="686856"/>
                  </a:lnTo>
                  <a:lnTo>
                    <a:pt x="187114" y="664242"/>
                  </a:lnTo>
                  <a:lnTo>
                    <a:pt x="150108" y="639869"/>
                  </a:lnTo>
                  <a:lnTo>
                    <a:pt x="116660" y="613857"/>
                  </a:lnTo>
                  <a:lnTo>
                    <a:pt x="86983" y="586323"/>
                  </a:lnTo>
                  <a:lnTo>
                    <a:pt x="61290" y="557386"/>
                  </a:lnTo>
                  <a:lnTo>
                    <a:pt x="22701" y="495779"/>
                  </a:lnTo>
                  <a:lnTo>
                    <a:pt x="2593" y="429984"/>
                  </a:lnTo>
                  <a:lnTo>
                    <a:pt x="0" y="395812"/>
                  </a:lnTo>
                  <a:lnTo>
                    <a:pt x="2593" y="361655"/>
                  </a:lnTo>
                  <a:lnTo>
                    <a:pt x="22701" y="295882"/>
                  </a:lnTo>
                  <a:lnTo>
                    <a:pt x="61290" y="234290"/>
                  </a:lnTo>
                  <a:lnTo>
                    <a:pt x="86983" y="205359"/>
                  </a:lnTo>
                  <a:lnTo>
                    <a:pt x="116660" y="177830"/>
                  </a:lnTo>
                  <a:lnTo>
                    <a:pt x="150108" y="151820"/>
                  </a:lnTo>
                  <a:lnTo>
                    <a:pt x="187114" y="127450"/>
                  </a:lnTo>
                  <a:lnTo>
                    <a:pt x="227466" y="104837"/>
                  </a:lnTo>
                  <a:lnTo>
                    <a:pt x="270952" y="84100"/>
                  </a:lnTo>
                  <a:lnTo>
                    <a:pt x="317360" y="65359"/>
                  </a:lnTo>
                  <a:lnTo>
                    <a:pt x="366476" y="48731"/>
                  </a:lnTo>
                  <a:lnTo>
                    <a:pt x="418089" y="34335"/>
                  </a:lnTo>
                  <a:lnTo>
                    <a:pt x="471987" y="22291"/>
                  </a:lnTo>
                  <a:lnTo>
                    <a:pt x="527957" y="12717"/>
                  </a:lnTo>
                  <a:lnTo>
                    <a:pt x="585787" y="5731"/>
                  </a:lnTo>
                  <a:lnTo>
                    <a:pt x="645264" y="1452"/>
                  </a:lnTo>
                  <a:lnTo>
                    <a:pt x="706176" y="0"/>
                  </a:lnTo>
                  <a:lnTo>
                    <a:pt x="767125" y="1452"/>
                  </a:lnTo>
                  <a:lnTo>
                    <a:pt x="826630" y="5731"/>
                  </a:lnTo>
                  <a:lnTo>
                    <a:pt x="884481" y="12717"/>
                  </a:lnTo>
                  <a:lnTo>
                    <a:pt x="940466" y="22291"/>
                  </a:lnTo>
                  <a:lnTo>
                    <a:pt x="994372" y="34335"/>
                  </a:lnTo>
                  <a:lnTo>
                    <a:pt x="1045990" y="48731"/>
                  </a:lnTo>
                  <a:lnTo>
                    <a:pt x="1095105" y="65359"/>
                  </a:lnTo>
                  <a:lnTo>
                    <a:pt x="1141508" y="84100"/>
                  </a:lnTo>
                  <a:lnTo>
                    <a:pt x="1184987" y="104837"/>
                  </a:lnTo>
                  <a:lnTo>
                    <a:pt x="1225329" y="127450"/>
                  </a:lnTo>
                  <a:lnTo>
                    <a:pt x="1262323" y="151820"/>
                  </a:lnTo>
                  <a:lnTo>
                    <a:pt x="1295758" y="177830"/>
                  </a:lnTo>
                  <a:lnTo>
                    <a:pt x="1325422" y="205359"/>
                  </a:lnTo>
                  <a:lnTo>
                    <a:pt x="1351102" y="234290"/>
                  </a:lnTo>
                  <a:lnTo>
                    <a:pt x="1389668" y="295882"/>
                  </a:lnTo>
                  <a:lnTo>
                    <a:pt x="1409762" y="361655"/>
                  </a:lnTo>
                  <a:lnTo>
                    <a:pt x="1412353" y="395812"/>
                  </a:lnTo>
                  <a:close/>
                </a:path>
              </a:pathLst>
            </a:custGeom>
            <a:ln w="9543">
              <a:solidFill>
                <a:srgbClr val="000000"/>
              </a:solidFill>
            </a:ln>
          </p:spPr>
          <p:txBody>
            <a:bodyPr wrap="square" lIns="0" tIns="0" rIns="0" bIns="0" rtlCol="0"/>
            <a:lstStyle/>
            <a:p>
              <a:endParaRPr>
                <a:latin typeface="Cambria" pitchFamily="18" charset="0"/>
                <a:ea typeface="Cambria" pitchFamily="18" charset="0"/>
              </a:endParaRPr>
            </a:p>
          </p:txBody>
        </p:sp>
      </p:grpSp>
      <p:sp>
        <p:nvSpPr>
          <p:cNvPr id="19" name="object 19"/>
          <p:cNvSpPr txBox="1"/>
          <p:nvPr/>
        </p:nvSpPr>
        <p:spPr>
          <a:xfrm>
            <a:off x="5406134" y="3038470"/>
            <a:ext cx="1153009" cy="407670"/>
          </a:xfrm>
          <a:prstGeom prst="rect">
            <a:avLst/>
          </a:prstGeom>
        </p:spPr>
        <p:txBody>
          <a:bodyPr vert="horz" wrap="square" lIns="0" tIns="12700" rIns="0" bIns="0" rtlCol="0">
            <a:spAutoFit/>
          </a:bodyPr>
          <a:lstStyle/>
          <a:p>
            <a:pPr marL="12700" marR="5080" indent="132715">
              <a:lnSpc>
                <a:spcPct val="100000"/>
              </a:lnSpc>
              <a:spcBef>
                <a:spcPts val="100"/>
              </a:spcBef>
            </a:pPr>
            <a:r>
              <a:rPr sz="1250" dirty="0">
                <a:latin typeface="Cambria" pitchFamily="18" charset="0"/>
                <a:ea typeface="Cambria" pitchFamily="18" charset="0"/>
                <a:cs typeface="Arial"/>
              </a:rPr>
              <a:t>memory  manag</a:t>
            </a:r>
            <a:r>
              <a:rPr sz="1250" spc="-5" dirty="0">
                <a:latin typeface="Cambria" pitchFamily="18" charset="0"/>
                <a:ea typeface="Cambria" pitchFamily="18" charset="0"/>
                <a:cs typeface="Arial"/>
              </a:rPr>
              <a:t>m</a:t>
            </a:r>
            <a:r>
              <a:rPr sz="1250" dirty="0">
                <a:latin typeface="Cambria" pitchFamily="18" charset="0"/>
                <a:ea typeface="Cambria" pitchFamily="18" charset="0"/>
                <a:cs typeface="Arial"/>
              </a:rPr>
              <a:t>ent</a:t>
            </a:r>
            <a:endParaRPr sz="1250">
              <a:latin typeface="Cambria" pitchFamily="18" charset="0"/>
              <a:ea typeface="Cambria" pitchFamily="18" charset="0"/>
              <a:cs typeface="Arial"/>
            </a:endParaRPr>
          </a:p>
        </p:txBody>
      </p:sp>
      <p:grpSp>
        <p:nvGrpSpPr>
          <p:cNvPr id="20" name="object 20"/>
          <p:cNvGrpSpPr/>
          <p:nvPr/>
        </p:nvGrpSpPr>
        <p:grpSpPr>
          <a:xfrm>
            <a:off x="7802516" y="2860891"/>
            <a:ext cx="1897133" cy="802005"/>
            <a:chOff x="5852647" y="2860880"/>
            <a:chExt cx="1423035" cy="802005"/>
          </a:xfrm>
        </p:grpSpPr>
        <p:sp>
          <p:nvSpPr>
            <p:cNvPr id="21" name="object 21"/>
            <p:cNvSpPr/>
            <p:nvPr/>
          </p:nvSpPr>
          <p:spPr>
            <a:xfrm>
              <a:off x="5857727" y="2865960"/>
              <a:ext cx="1412875" cy="791845"/>
            </a:xfrm>
            <a:custGeom>
              <a:avLst/>
              <a:gdLst/>
              <a:ahLst/>
              <a:cxnLst/>
              <a:rect l="l" t="t" r="r" b="b"/>
              <a:pathLst>
                <a:path w="1412875" h="791845">
                  <a:moveTo>
                    <a:pt x="706081" y="0"/>
                  </a:moveTo>
                  <a:lnTo>
                    <a:pt x="645170" y="1452"/>
                  </a:lnTo>
                  <a:lnTo>
                    <a:pt x="585695" y="5731"/>
                  </a:lnTo>
                  <a:lnTo>
                    <a:pt x="527868" y="12717"/>
                  </a:lnTo>
                  <a:lnTo>
                    <a:pt x="471903" y="22291"/>
                  </a:lnTo>
                  <a:lnTo>
                    <a:pt x="418010" y="34335"/>
                  </a:lnTo>
                  <a:lnTo>
                    <a:pt x="366403" y="48731"/>
                  </a:lnTo>
                  <a:lnTo>
                    <a:pt x="317294" y="65359"/>
                  </a:lnTo>
                  <a:lnTo>
                    <a:pt x="270893" y="84100"/>
                  </a:lnTo>
                  <a:lnTo>
                    <a:pt x="227415" y="104837"/>
                  </a:lnTo>
                  <a:lnTo>
                    <a:pt x="187070" y="127450"/>
                  </a:lnTo>
                  <a:lnTo>
                    <a:pt x="150071" y="151820"/>
                  </a:lnTo>
                  <a:lnTo>
                    <a:pt x="116631" y="177830"/>
                  </a:lnTo>
                  <a:lnTo>
                    <a:pt x="86961" y="205359"/>
                  </a:lnTo>
                  <a:lnTo>
                    <a:pt x="61273" y="234290"/>
                  </a:lnTo>
                  <a:lnTo>
                    <a:pt x="22695" y="295882"/>
                  </a:lnTo>
                  <a:lnTo>
                    <a:pt x="2592" y="361655"/>
                  </a:lnTo>
                  <a:lnTo>
                    <a:pt x="0" y="395812"/>
                  </a:lnTo>
                  <a:lnTo>
                    <a:pt x="2592" y="429984"/>
                  </a:lnTo>
                  <a:lnTo>
                    <a:pt x="22695" y="495779"/>
                  </a:lnTo>
                  <a:lnTo>
                    <a:pt x="61273" y="557386"/>
                  </a:lnTo>
                  <a:lnTo>
                    <a:pt x="86961" y="586323"/>
                  </a:lnTo>
                  <a:lnTo>
                    <a:pt x="116631" y="613857"/>
                  </a:lnTo>
                  <a:lnTo>
                    <a:pt x="150071" y="639869"/>
                  </a:lnTo>
                  <a:lnTo>
                    <a:pt x="187070" y="664242"/>
                  </a:lnTo>
                  <a:lnTo>
                    <a:pt x="227415" y="686856"/>
                  </a:lnTo>
                  <a:lnTo>
                    <a:pt x="270893" y="707593"/>
                  </a:lnTo>
                  <a:lnTo>
                    <a:pt x="317294" y="726335"/>
                  </a:lnTo>
                  <a:lnTo>
                    <a:pt x="366403" y="742962"/>
                  </a:lnTo>
                  <a:lnTo>
                    <a:pt x="418010" y="757357"/>
                  </a:lnTo>
                  <a:lnTo>
                    <a:pt x="471903" y="769400"/>
                  </a:lnTo>
                  <a:lnTo>
                    <a:pt x="527868" y="778974"/>
                  </a:lnTo>
                  <a:lnTo>
                    <a:pt x="585695" y="785959"/>
                  </a:lnTo>
                  <a:lnTo>
                    <a:pt x="645170" y="790237"/>
                  </a:lnTo>
                  <a:lnTo>
                    <a:pt x="706081" y="791689"/>
                  </a:lnTo>
                  <a:lnTo>
                    <a:pt x="767043" y="790237"/>
                  </a:lnTo>
                  <a:lnTo>
                    <a:pt x="826560" y="785959"/>
                  </a:lnTo>
                  <a:lnTo>
                    <a:pt x="884420" y="778974"/>
                  </a:lnTo>
                  <a:lnTo>
                    <a:pt x="940412" y="769400"/>
                  </a:lnTo>
                  <a:lnTo>
                    <a:pt x="994323" y="757357"/>
                  </a:lnTo>
                  <a:lnTo>
                    <a:pt x="1045944" y="742962"/>
                  </a:lnTo>
                  <a:lnTo>
                    <a:pt x="1095062" y="726335"/>
                  </a:lnTo>
                  <a:lnTo>
                    <a:pt x="1141466" y="707593"/>
                  </a:lnTo>
                  <a:lnTo>
                    <a:pt x="1184944" y="686856"/>
                  </a:lnTo>
                  <a:lnTo>
                    <a:pt x="1225285" y="664242"/>
                  </a:lnTo>
                  <a:lnTo>
                    <a:pt x="1262277" y="639869"/>
                  </a:lnTo>
                  <a:lnTo>
                    <a:pt x="1295709" y="613857"/>
                  </a:lnTo>
                  <a:lnTo>
                    <a:pt x="1325370" y="586323"/>
                  </a:lnTo>
                  <a:lnTo>
                    <a:pt x="1351048" y="557386"/>
                  </a:lnTo>
                  <a:lnTo>
                    <a:pt x="1389608" y="495779"/>
                  </a:lnTo>
                  <a:lnTo>
                    <a:pt x="1409699" y="429984"/>
                  </a:lnTo>
                  <a:lnTo>
                    <a:pt x="1412290" y="395812"/>
                  </a:lnTo>
                  <a:lnTo>
                    <a:pt x="1409699" y="361655"/>
                  </a:lnTo>
                  <a:lnTo>
                    <a:pt x="1389608" y="295882"/>
                  </a:lnTo>
                  <a:lnTo>
                    <a:pt x="1351048" y="234290"/>
                  </a:lnTo>
                  <a:lnTo>
                    <a:pt x="1325370" y="205359"/>
                  </a:lnTo>
                  <a:lnTo>
                    <a:pt x="1295709" y="177830"/>
                  </a:lnTo>
                  <a:lnTo>
                    <a:pt x="1262277" y="151820"/>
                  </a:lnTo>
                  <a:lnTo>
                    <a:pt x="1225285" y="127450"/>
                  </a:lnTo>
                  <a:lnTo>
                    <a:pt x="1184944" y="104837"/>
                  </a:lnTo>
                  <a:lnTo>
                    <a:pt x="1141466" y="84100"/>
                  </a:lnTo>
                  <a:lnTo>
                    <a:pt x="1095062" y="65359"/>
                  </a:lnTo>
                  <a:lnTo>
                    <a:pt x="1045944" y="48731"/>
                  </a:lnTo>
                  <a:lnTo>
                    <a:pt x="994323" y="34335"/>
                  </a:lnTo>
                  <a:lnTo>
                    <a:pt x="940412" y="22291"/>
                  </a:lnTo>
                  <a:lnTo>
                    <a:pt x="884420" y="12717"/>
                  </a:lnTo>
                  <a:lnTo>
                    <a:pt x="826560" y="5731"/>
                  </a:lnTo>
                  <a:lnTo>
                    <a:pt x="767043" y="1452"/>
                  </a:lnTo>
                  <a:lnTo>
                    <a:pt x="706081" y="0"/>
                  </a:lnTo>
                  <a:close/>
                </a:path>
              </a:pathLst>
            </a:custGeom>
            <a:solidFill>
              <a:srgbClr val="D2D2D2"/>
            </a:solidFill>
          </p:spPr>
          <p:txBody>
            <a:bodyPr wrap="square" lIns="0" tIns="0" rIns="0" bIns="0" rtlCol="0"/>
            <a:lstStyle/>
            <a:p>
              <a:endParaRPr>
                <a:latin typeface="Cambria" pitchFamily="18" charset="0"/>
                <a:ea typeface="Cambria" pitchFamily="18" charset="0"/>
              </a:endParaRPr>
            </a:p>
          </p:txBody>
        </p:sp>
        <p:sp>
          <p:nvSpPr>
            <p:cNvPr id="22" name="object 22"/>
            <p:cNvSpPr/>
            <p:nvPr/>
          </p:nvSpPr>
          <p:spPr>
            <a:xfrm>
              <a:off x="5857727" y="2865960"/>
              <a:ext cx="1412875" cy="791845"/>
            </a:xfrm>
            <a:custGeom>
              <a:avLst/>
              <a:gdLst/>
              <a:ahLst/>
              <a:cxnLst/>
              <a:rect l="l" t="t" r="r" b="b"/>
              <a:pathLst>
                <a:path w="1412875" h="791845">
                  <a:moveTo>
                    <a:pt x="1412290" y="395812"/>
                  </a:moveTo>
                  <a:lnTo>
                    <a:pt x="1409699" y="429984"/>
                  </a:lnTo>
                  <a:lnTo>
                    <a:pt x="1402068" y="463346"/>
                  </a:lnTo>
                  <a:lnTo>
                    <a:pt x="1372531" y="527166"/>
                  </a:lnTo>
                  <a:lnTo>
                    <a:pt x="1325370" y="586323"/>
                  </a:lnTo>
                  <a:lnTo>
                    <a:pt x="1295709" y="613857"/>
                  </a:lnTo>
                  <a:lnTo>
                    <a:pt x="1262277" y="639869"/>
                  </a:lnTo>
                  <a:lnTo>
                    <a:pt x="1225285" y="664242"/>
                  </a:lnTo>
                  <a:lnTo>
                    <a:pt x="1184944" y="686856"/>
                  </a:lnTo>
                  <a:lnTo>
                    <a:pt x="1141466" y="707593"/>
                  </a:lnTo>
                  <a:lnTo>
                    <a:pt x="1095062" y="726335"/>
                  </a:lnTo>
                  <a:lnTo>
                    <a:pt x="1045944" y="742962"/>
                  </a:lnTo>
                  <a:lnTo>
                    <a:pt x="994323" y="757357"/>
                  </a:lnTo>
                  <a:lnTo>
                    <a:pt x="940412" y="769400"/>
                  </a:lnTo>
                  <a:lnTo>
                    <a:pt x="884420" y="778974"/>
                  </a:lnTo>
                  <a:lnTo>
                    <a:pt x="826560" y="785959"/>
                  </a:lnTo>
                  <a:lnTo>
                    <a:pt x="767043" y="790237"/>
                  </a:lnTo>
                  <a:lnTo>
                    <a:pt x="706081" y="791689"/>
                  </a:lnTo>
                  <a:lnTo>
                    <a:pt x="645170" y="790237"/>
                  </a:lnTo>
                  <a:lnTo>
                    <a:pt x="585695" y="785959"/>
                  </a:lnTo>
                  <a:lnTo>
                    <a:pt x="527868" y="778974"/>
                  </a:lnTo>
                  <a:lnTo>
                    <a:pt x="471903" y="769400"/>
                  </a:lnTo>
                  <a:lnTo>
                    <a:pt x="418010" y="757357"/>
                  </a:lnTo>
                  <a:lnTo>
                    <a:pt x="366403" y="742962"/>
                  </a:lnTo>
                  <a:lnTo>
                    <a:pt x="317294" y="726335"/>
                  </a:lnTo>
                  <a:lnTo>
                    <a:pt x="270893" y="707593"/>
                  </a:lnTo>
                  <a:lnTo>
                    <a:pt x="227415" y="686856"/>
                  </a:lnTo>
                  <a:lnTo>
                    <a:pt x="187070" y="664242"/>
                  </a:lnTo>
                  <a:lnTo>
                    <a:pt x="150071" y="639869"/>
                  </a:lnTo>
                  <a:lnTo>
                    <a:pt x="116631" y="613857"/>
                  </a:lnTo>
                  <a:lnTo>
                    <a:pt x="86961" y="586323"/>
                  </a:lnTo>
                  <a:lnTo>
                    <a:pt x="61273" y="557386"/>
                  </a:lnTo>
                  <a:lnTo>
                    <a:pt x="22695" y="495779"/>
                  </a:lnTo>
                  <a:lnTo>
                    <a:pt x="2592" y="429984"/>
                  </a:lnTo>
                  <a:lnTo>
                    <a:pt x="0" y="395812"/>
                  </a:lnTo>
                  <a:lnTo>
                    <a:pt x="2592" y="361655"/>
                  </a:lnTo>
                  <a:lnTo>
                    <a:pt x="22695" y="295882"/>
                  </a:lnTo>
                  <a:lnTo>
                    <a:pt x="61273" y="234290"/>
                  </a:lnTo>
                  <a:lnTo>
                    <a:pt x="86961" y="205359"/>
                  </a:lnTo>
                  <a:lnTo>
                    <a:pt x="116631" y="177830"/>
                  </a:lnTo>
                  <a:lnTo>
                    <a:pt x="150071" y="151820"/>
                  </a:lnTo>
                  <a:lnTo>
                    <a:pt x="187070" y="127450"/>
                  </a:lnTo>
                  <a:lnTo>
                    <a:pt x="227415" y="104837"/>
                  </a:lnTo>
                  <a:lnTo>
                    <a:pt x="270893" y="84100"/>
                  </a:lnTo>
                  <a:lnTo>
                    <a:pt x="317294" y="65359"/>
                  </a:lnTo>
                  <a:lnTo>
                    <a:pt x="366403" y="48731"/>
                  </a:lnTo>
                  <a:lnTo>
                    <a:pt x="418010" y="34335"/>
                  </a:lnTo>
                  <a:lnTo>
                    <a:pt x="471903" y="22291"/>
                  </a:lnTo>
                  <a:lnTo>
                    <a:pt x="527868" y="12717"/>
                  </a:lnTo>
                  <a:lnTo>
                    <a:pt x="585695" y="5731"/>
                  </a:lnTo>
                  <a:lnTo>
                    <a:pt x="645170" y="1452"/>
                  </a:lnTo>
                  <a:lnTo>
                    <a:pt x="706081" y="0"/>
                  </a:lnTo>
                  <a:lnTo>
                    <a:pt x="767043" y="1452"/>
                  </a:lnTo>
                  <a:lnTo>
                    <a:pt x="826560" y="5731"/>
                  </a:lnTo>
                  <a:lnTo>
                    <a:pt x="884420" y="12717"/>
                  </a:lnTo>
                  <a:lnTo>
                    <a:pt x="940412" y="22291"/>
                  </a:lnTo>
                  <a:lnTo>
                    <a:pt x="994323" y="34335"/>
                  </a:lnTo>
                  <a:lnTo>
                    <a:pt x="1045944" y="48731"/>
                  </a:lnTo>
                  <a:lnTo>
                    <a:pt x="1095062" y="65359"/>
                  </a:lnTo>
                  <a:lnTo>
                    <a:pt x="1141466" y="84100"/>
                  </a:lnTo>
                  <a:lnTo>
                    <a:pt x="1184944" y="104837"/>
                  </a:lnTo>
                  <a:lnTo>
                    <a:pt x="1225285" y="127450"/>
                  </a:lnTo>
                  <a:lnTo>
                    <a:pt x="1262277" y="151820"/>
                  </a:lnTo>
                  <a:lnTo>
                    <a:pt x="1295709" y="177830"/>
                  </a:lnTo>
                  <a:lnTo>
                    <a:pt x="1325370" y="205359"/>
                  </a:lnTo>
                  <a:lnTo>
                    <a:pt x="1351048" y="234290"/>
                  </a:lnTo>
                  <a:lnTo>
                    <a:pt x="1389608" y="295882"/>
                  </a:lnTo>
                  <a:lnTo>
                    <a:pt x="1409699" y="361655"/>
                  </a:lnTo>
                  <a:lnTo>
                    <a:pt x="1412290" y="395812"/>
                  </a:lnTo>
                  <a:close/>
                </a:path>
              </a:pathLst>
            </a:custGeom>
            <a:ln w="9543">
              <a:solidFill>
                <a:srgbClr val="000000"/>
              </a:solidFill>
            </a:ln>
          </p:spPr>
          <p:txBody>
            <a:bodyPr wrap="square" lIns="0" tIns="0" rIns="0" bIns="0" rtlCol="0"/>
            <a:lstStyle/>
            <a:p>
              <a:endParaRPr>
                <a:latin typeface="Cambria" pitchFamily="18" charset="0"/>
                <a:ea typeface="Cambria" pitchFamily="18" charset="0"/>
              </a:endParaRPr>
            </a:p>
          </p:txBody>
        </p:sp>
      </p:grpSp>
      <p:sp>
        <p:nvSpPr>
          <p:cNvPr id="23" name="object 23"/>
          <p:cNvSpPr txBox="1"/>
          <p:nvPr/>
        </p:nvSpPr>
        <p:spPr>
          <a:xfrm>
            <a:off x="8226955" y="3038470"/>
            <a:ext cx="1047190" cy="407670"/>
          </a:xfrm>
          <a:prstGeom prst="rect">
            <a:avLst/>
          </a:prstGeom>
        </p:spPr>
        <p:txBody>
          <a:bodyPr vert="horz" wrap="square" lIns="0" tIns="12700" rIns="0" bIns="0" rtlCol="0">
            <a:spAutoFit/>
          </a:bodyPr>
          <a:lstStyle/>
          <a:p>
            <a:pPr marL="635" algn="ctr">
              <a:lnSpc>
                <a:spcPct val="100000"/>
              </a:lnSpc>
              <a:spcBef>
                <a:spcPts val="100"/>
              </a:spcBef>
            </a:pPr>
            <a:r>
              <a:rPr sz="1250" dirty="0">
                <a:latin typeface="Cambria" pitchFamily="18" charset="0"/>
                <a:ea typeface="Cambria" pitchFamily="18" charset="0"/>
                <a:cs typeface="Arial"/>
              </a:rPr>
              <a:t>CPU</a:t>
            </a:r>
            <a:endParaRPr sz="1250">
              <a:latin typeface="Cambria" pitchFamily="18" charset="0"/>
              <a:ea typeface="Cambria" pitchFamily="18" charset="0"/>
              <a:cs typeface="Arial"/>
            </a:endParaRPr>
          </a:p>
          <a:p>
            <a:pPr algn="ctr">
              <a:lnSpc>
                <a:spcPct val="100000"/>
              </a:lnSpc>
              <a:spcBef>
                <a:spcPts val="5"/>
              </a:spcBef>
            </a:pPr>
            <a:r>
              <a:rPr sz="1250" dirty="0">
                <a:latin typeface="Cambria" pitchFamily="18" charset="0"/>
                <a:ea typeface="Cambria" pitchFamily="18" charset="0"/>
                <a:cs typeface="Arial"/>
              </a:rPr>
              <a:t>sche</a:t>
            </a:r>
            <a:r>
              <a:rPr sz="1250" spc="-5" dirty="0">
                <a:latin typeface="Cambria" pitchFamily="18" charset="0"/>
                <a:ea typeface="Cambria" pitchFamily="18" charset="0"/>
                <a:cs typeface="Arial"/>
              </a:rPr>
              <a:t>d</a:t>
            </a:r>
            <a:r>
              <a:rPr sz="1250" dirty="0">
                <a:latin typeface="Cambria" pitchFamily="18" charset="0"/>
                <a:ea typeface="Cambria" pitchFamily="18" charset="0"/>
                <a:cs typeface="Arial"/>
              </a:rPr>
              <a:t>uling</a:t>
            </a:r>
            <a:endParaRPr sz="1250">
              <a:latin typeface="Cambria" pitchFamily="18" charset="0"/>
              <a:ea typeface="Cambria" pitchFamily="18" charset="0"/>
              <a:cs typeface="Arial"/>
            </a:endParaRPr>
          </a:p>
        </p:txBody>
      </p:sp>
      <p:grpSp>
        <p:nvGrpSpPr>
          <p:cNvPr id="24" name="object 24"/>
          <p:cNvGrpSpPr/>
          <p:nvPr/>
        </p:nvGrpSpPr>
        <p:grpSpPr>
          <a:xfrm>
            <a:off x="3238002" y="1982390"/>
            <a:ext cx="5136903" cy="805815"/>
            <a:chOff x="2428813" y="1982379"/>
            <a:chExt cx="3853179" cy="805815"/>
          </a:xfrm>
        </p:grpSpPr>
        <p:sp>
          <p:nvSpPr>
            <p:cNvPr id="25" name="object 25"/>
            <p:cNvSpPr/>
            <p:nvPr/>
          </p:nvSpPr>
          <p:spPr>
            <a:xfrm>
              <a:off x="2428811" y="1982380"/>
              <a:ext cx="2666365" cy="805815"/>
            </a:xfrm>
            <a:custGeom>
              <a:avLst/>
              <a:gdLst/>
              <a:ahLst/>
              <a:cxnLst/>
              <a:rect l="l" t="t" r="r" b="b"/>
              <a:pathLst>
                <a:path w="2666365" h="805814">
                  <a:moveTo>
                    <a:pt x="78714" y="656971"/>
                  </a:moveTo>
                  <a:lnTo>
                    <a:pt x="59626" y="656971"/>
                  </a:lnTo>
                  <a:lnTo>
                    <a:pt x="59626" y="686079"/>
                  </a:lnTo>
                  <a:lnTo>
                    <a:pt x="78714" y="686079"/>
                  </a:lnTo>
                  <a:lnTo>
                    <a:pt x="78714" y="656971"/>
                  </a:lnTo>
                  <a:close/>
                </a:path>
                <a:path w="2666365" h="805814">
                  <a:moveTo>
                    <a:pt x="78714" y="604761"/>
                  </a:moveTo>
                  <a:lnTo>
                    <a:pt x="59626" y="604761"/>
                  </a:lnTo>
                  <a:lnTo>
                    <a:pt x="59626" y="633869"/>
                  </a:lnTo>
                  <a:lnTo>
                    <a:pt x="78714" y="633869"/>
                  </a:lnTo>
                  <a:lnTo>
                    <a:pt x="78714" y="604761"/>
                  </a:lnTo>
                  <a:close/>
                </a:path>
                <a:path w="2666365" h="805814">
                  <a:moveTo>
                    <a:pt x="78714" y="552526"/>
                  </a:moveTo>
                  <a:lnTo>
                    <a:pt x="59626" y="552526"/>
                  </a:lnTo>
                  <a:lnTo>
                    <a:pt x="59626" y="581634"/>
                  </a:lnTo>
                  <a:lnTo>
                    <a:pt x="78714" y="581634"/>
                  </a:lnTo>
                  <a:lnTo>
                    <a:pt x="78714" y="552526"/>
                  </a:lnTo>
                  <a:close/>
                </a:path>
                <a:path w="2666365" h="805814">
                  <a:moveTo>
                    <a:pt x="78714" y="499846"/>
                  </a:moveTo>
                  <a:lnTo>
                    <a:pt x="59626" y="499846"/>
                  </a:lnTo>
                  <a:lnTo>
                    <a:pt x="59626" y="529170"/>
                  </a:lnTo>
                  <a:lnTo>
                    <a:pt x="78714" y="529170"/>
                  </a:lnTo>
                  <a:lnTo>
                    <a:pt x="78714" y="499846"/>
                  </a:lnTo>
                  <a:close/>
                </a:path>
                <a:path w="2666365" h="805814">
                  <a:moveTo>
                    <a:pt x="78714" y="447636"/>
                  </a:moveTo>
                  <a:lnTo>
                    <a:pt x="59626" y="447636"/>
                  </a:lnTo>
                  <a:lnTo>
                    <a:pt x="59626" y="476745"/>
                  </a:lnTo>
                  <a:lnTo>
                    <a:pt x="78714" y="476745"/>
                  </a:lnTo>
                  <a:lnTo>
                    <a:pt x="78714" y="447636"/>
                  </a:lnTo>
                  <a:close/>
                </a:path>
                <a:path w="2666365" h="805814">
                  <a:moveTo>
                    <a:pt x="78714" y="395655"/>
                  </a:moveTo>
                  <a:lnTo>
                    <a:pt x="59626" y="395655"/>
                  </a:lnTo>
                  <a:lnTo>
                    <a:pt x="59626" y="424764"/>
                  </a:lnTo>
                  <a:lnTo>
                    <a:pt x="78714" y="424764"/>
                  </a:lnTo>
                  <a:lnTo>
                    <a:pt x="78714" y="395655"/>
                  </a:lnTo>
                  <a:close/>
                </a:path>
                <a:path w="2666365" h="805814">
                  <a:moveTo>
                    <a:pt x="78714" y="342950"/>
                  </a:moveTo>
                  <a:lnTo>
                    <a:pt x="59626" y="342950"/>
                  </a:lnTo>
                  <a:lnTo>
                    <a:pt x="59626" y="372046"/>
                  </a:lnTo>
                  <a:lnTo>
                    <a:pt x="78714" y="372046"/>
                  </a:lnTo>
                  <a:lnTo>
                    <a:pt x="78714" y="342950"/>
                  </a:lnTo>
                  <a:close/>
                </a:path>
                <a:path w="2666365" h="805814">
                  <a:moveTo>
                    <a:pt x="78714" y="290741"/>
                  </a:moveTo>
                  <a:lnTo>
                    <a:pt x="59626" y="290741"/>
                  </a:lnTo>
                  <a:lnTo>
                    <a:pt x="59626" y="319747"/>
                  </a:lnTo>
                  <a:lnTo>
                    <a:pt x="78714" y="319747"/>
                  </a:lnTo>
                  <a:lnTo>
                    <a:pt x="78714" y="290741"/>
                  </a:lnTo>
                  <a:close/>
                </a:path>
                <a:path w="2666365" h="805814">
                  <a:moveTo>
                    <a:pt x="78714" y="238531"/>
                  </a:moveTo>
                  <a:lnTo>
                    <a:pt x="59626" y="238531"/>
                  </a:lnTo>
                  <a:lnTo>
                    <a:pt x="59626" y="267804"/>
                  </a:lnTo>
                  <a:lnTo>
                    <a:pt x="78714" y="267804"/>
                  </a:lnTo>
                  <a:lnTo>
                    <a:pt x="78714" y="238531"/>
                  </a:lnTo>
                  <a:close/>
                </a:path>
                <a:path w="2666365" h="805814">
                  <a:moveTo>
                    <a:pt x="78714" y="185978"/>
                  </a:moveTo>
                  <a:lnTo>
                    <a:pt x="59626" y="185978"/>
                  </a:lnTo>
                  <a:lnTo>
                    <a:pt x="59626" y="215087"/>
                  </a:lnTo>
                  <a:lnTo>
                    <a:pt x="78714" y="215087"/>
                  </a:lnTo>
                  <a:lnTo>
                    <a:pt x="78714" y="185978"/>
                  </a:lnTo>
                  <a:close/>
                </a:path>
                <a:path w="2666365" h="805814">
                  <a:moveTo>
                    <a:pt x="78714" y="133769"/>
                  </a:moveTo>
                  <a:lnTo>
                    <a:pt x="59626" y="133769"/>
                  </a:lnTo>
                  <a:lnTo>
                    <a:pt x="59626" y="162877"/>
                  </a:lnTo>
                  <a:lnTo>
                    <a:pt x="78714" y="162877"/>
                  </a:lnTo>
                  <a:lnTo>
                    <a:pt x="78714" y="133769"/>
                  </a:lnTo>
                  <a:close/>
                </a:path>
                <a:path w="2666365" h="805814">
                  <a:moveTo>
                    <a:pt x="78714" y="81534"/>
                  </a:moveTo>
                  <a:lnTo>
                    <a:pt x="59626" y="81534"/>
                  </a:lnTo>
                  <a:lnTo>
                    <a:pt x="59626" y="110642"/>
                  </a:lnTo>
                  <a:lnTo>
                    <a:pt x="78714" y="110642"/>
                  </a:lnTo>
                  <a:lnTo>
                    <a:pt x="78714" y="81534"/>
                  </a:lnTo>
                  <a:close/>
                </a:path>
                <a:path w="2666365" h="805814">
                  <a:moveTo>
                    <a:pt x="82969" y="710920"/>
                  </a:moveTo>
                  <a:lnTo>
                    <a:pt x="63652" y="710920"/>
                  </a:lnTo>
                  <a:lnTo>
                    <a:pt x="63652" y="742632"/>
                  </a:lnTo>
                  <a:lnTo>
                    <a:pt x="82969" y="742632"/>
                  </a:lnTo>
                  <a:lnTo>
                    <a:pt x="82969" y="710920"/>
                  </a:lnTo>
                  <a:close/>
                </a:path>
                <a:path w="2666365" h="805814">
                  <a:moveTo>
                    <a:pt x="95580" y="780732"/>
                  </a:moveTo>
                  <a:lnTo>
                    <a:pt x="82969" y="780732"/>
                  </a:lnTo>
                  <a:lnTo>
                    <a:pt x="82969" y="768121"/>
                  </a:lnTo>
                  <a:lnTo>
                    <a:pt x="63652" y="768121"/>
                  </a:lnTo>
                  <a:lnTo>
                    <a:pt x="63652" y="799833"/>
                  </a:lnTo>
                  <a:lnTo>
                    <a:pt x="95580" y="799833"/>
                  </a:lnTo>
                  <a:lnTo>
                    <a:pt x="95580" y="780732"/>
                  </a:lnTo>
                  <a:close/>
                </a:path>
                <a:path w="2666365" h="805814">
                  <a:moveTo>
                    <a:pt x="143776" y="71780"/>
                  </a:moveTo>
                  <a:lnTo>
                    <a:pt x="71755" y="0"/>
                  </a:lnTo>
                  <a:lnTo>
                    <a:pt x="0" y="71780"/>
                  </a:lnTo>
                  <a:lnTo>
                    <a:pt x="21437" y="93230"/>
                  </a:lnTo>
                  <a:lnTo>
                    <a:pt x="71755" y="42900"/>
                  </a:lnTo>
                  <a:lnTo>
                    <a:pt x="122326" y="93230"/>
                  </a:lnTo>
                  <a:lnTo>
                    <a:pt x="143776" y="71780"/>
                  </a:lnTo>
                  <a:close/>
                </a:path>
                <a:path w="2666365" h="805814">
                  <a:moveTo>
                    <a:pt x="152831" y="780732"/>
                  </a:moveTo>
                  <a:lnTo>
                    <a:pt x="120904" y="780732"/>
                  </a:lnTo>
                  <a:lnTo>
                    <a:pt x="120904" y="799833"/>
                  </a:lnTo>
                  <a:lnTo>
                    <a:pt x="152831" y="799833"/>
                  </a:lnTo>
                  <a:lnTo>
                    <a:pt x="152831" y="780732"/>
                  </a:lnTo>
                  <a:close/>
                </a:path>
                <a:path w="2666365" h="805814">
                  <a:moveTo>
                    <a:pt x="209524" y="786257"/>
                  </a:moveTo>
                  <a:lnTo>
                    <a:pt x="179476" y="786257"/>
                  </a:lnTo>
                  <a:lnTo>
                    <a:pt x="179476" y="805319"/>
                  </a:lnTo>
                  <a:lnTo>
                    <a:pt x="209524" y="805319"/>
                  </a:lnTo>
                  <a:lnTo>
                    <a:pt x="209524" y="786257"/>
                  </a:lnTo>
                  <a:close/>
                </a:path>
                <a:path w="2666365" h="805814">
                  <a:moveTo>
                    <a:pt x="263410" y="786257"/>
                  </a:moveTo>
                  <a:lnTo>
                    <a:pt x="233349" y="786257"/>
                  </a:lnTo>
                  <a:lnTo>
                    <a:pt x="233349" y="805319"/>
                  </a:lnTo>
                  <a:lnTo>
                    <a:pt x="263410" y="805319"/>
                  </a:lnTo>
                  <a:lnTo>
                    <a:pt x="263410" y="786257"/>
                  </a:lnTo>
                  <a:close/>
                </a:path>
                <a:path w="2666365" h="805814">
                  <a:moveTo>
                    <a:pt x="317246" y="786257"/>
                  </a:moveTo>
                  <a:lnTo>
                    <a:pt x="287197" y="786257"/>
                  </a:lnTo>
                  <a:lnTo>
                    <a:pt x="287197" y="805319"/>
                  </a:lnTo>
                  <a:lnTo>
                    <a:pt x="317246" y="805319"/>
                  </a:lnTo>
                  <a:lnTo>
                    <a:pt x="317246" y="786257"/>
                  </a:lnTo>
                  <a:close/>
                </a:path>
                <a:path w="2666365" h="805814">
                  <a:moveTo>
                    <a:pt x="371602" y="786257"/>
                  </a:moveTo>
                  <a:lnTo>
                    <a:pt x="341553" y="786257"/>
                  </a:lnTo>
                  <a:lnTo>
                    <a:pt x="341553" y="805319"/>
                  </a:lnTo>
                  <a:lnTo>
                    <a:pt x="371602" y="805319"/>
                  </a:lnTo>
                  <a:lnTo>
                    <a:pt x="371602" y="786257"/>
                  </a:lnTo>
                  <a:close/>
                </a:path>
                <a:path w="2666365" h="805814">
                  <a:moveTo>
                    <a:pt x="425450" y="786257"/>
                  </a:moveTo>
                  <a:lnTo>
                    <a:pt x="395401" y="786257"/>
                  </a:lnTo>
                  <a:lnTo>
                    <a:pt x="395401" y="805319"/>
                  </a:lnTo>
                  <a:lnTo>
                    <a:pt x="425450" y="805319"/>
                  </a:lnTo>
                  <a:lnTo>
                    <a:pt x="425450" y="786257"/>
                  </a:lnTo>
                  <a:close/>
                </a:path>
                <a:path w="2666365" h="805814">
                  <a:moveTo>
                    <a:pt x="479323" y="786257"/>
                  </a:moveTo>
                  <a:lnTo>
                    <a:pt x="449275" y="786257"/>
                  </a:lnTo>
                  <a:lnTo>
                    <a:pt x="449275" y="805319"/>
                  </a:lnTo>
                  <a:lnTo>
                    <a:pt x="479323" y="805319"/>
                  </a:lnTo>
                  <a:lnTo>
                    <a:pt x="479323" y="786257"/>
                  </a:lnTo>
                  <a:close/>
                </a:path>
                <a:path w="2666365" h="805814">
                  <a:moveTo>
                    <a:pt x="533641" y="786257"/>
                  </a:moveTo>
                  <a:lnTo>
                    <a:pt x="503593" y="786257"/>
                  </a:lnTo>
                  <a:lnTo>
                    <a:pt x="503593" y="805319"/>
                  </a:lnTo>
                  <a:lnTo>
                    <a:pt x="533641" y="805319"/>
                  </a:lnTo>
                  <a:lnTo>
                    <a:pt x="533641" y="786257"/>
                  </a:lnTo>
                  <a:close/>
                </a:path>
                <a:path w="2666365" h="805814">
                  <a:moveTo>
                    <a:pt x="587489" y="786257"/>
                  </a:moveTo>
                  <a:lnTo>
                    <a:pt x="557466" y="786257"/>
                  </a:lnTo>
                  <a:lnTo>
                    <a:pt x="557466" y="805319"/>
                  </a:lnTo>
                  <a:lnTo>
                    <a:pt x="587489" y="805319"/>
                  </a:lnTo>
                  <a:lnTo>
                    <a:pt x="587489" y="786257"/>
                  </a:lnTo>
                  <a:close/>
                </a:path>
                <a:path w="2666365" h="805814">
                  <a:moveTo>
                    <a:pt x="641362" y="786257"/>
                  </a:moveTo>
                  <a:lnTo>
                    <a:pt x="611314" y="786257"/>
                  </a:lnTo>
                  <a:lnTo>
                    <a:pt x="611314" y="805319"/>
                  </a:lnTo>
                  <a:lnTo>
                    <a:pt x="641362" y="805319"/>
                  </a:lnTo>
                  <a:lnTo>
                    <a:pt x="641362" y="786257"/>
                  </a:lnTo>
                  <a:close/>
                </a:path>
                <a:path w="2666365" h="805814">
                  <a:moveTo>
                    <a:pt x="695693" y="786257"/>
                  </a:moveTo>
                  <a:lnTo>
                    <a:pt x="665670" y="786257"/>
                  </a:lnTo>
                  <a:lnTo>
                    <a:pt x="665670" y="805319"/>
                  </a:lnTo>
                  <a:lnTo>
                    <a:pt x="695693" y="805319"/>
                  </a:lnTo>
                  <a:lnTo>
                    <a:pt x="695693" y="786257"/>
                  </a:lnTo>
                  <a:close/>
                </a:path>
                <a:path w="2666365" h="805814">
                  <a:moveTo>
                    <a:pt x="749566" y="786257"/>
                  </a:moveTo>
                  <a:lnTo>
                    <a:pt x="719518" y="786257"/>
                  </a:lnTo>
                  <a:lnTo>
                    <a:pt x="719518" y="805319"/>
                  </a:lnTo>
                  <a:lnTo>
                    <a:pt x="749566" y="805319"/>
                  </a:lnTo>
                  <a:lnTo>
                    <a:pt x="749566" y="786257"/>
                  </a:lnTo>
                  <a:close/>
                </a:path>
                <a:path w="2666365" h="805814">
                  <a:moveTo>
                    <a:pt x="803414" y="786257"/>
                  </a:moveTo>
                  <a:lnTo>
                    <a:pt x="773391" y="786257"/>
                  </a:lnTo>
                  <a:lnTo>
                    <a:pt x="773391" y="805319"/>
                  </a:lnTo>
                  <a:lnTo>
                    <a:pt x="803414" y="805319"/>
                  </a:lnTo>
                  <a:lnTo>
                    <a:pt x="803414" y="786257"/>
                  </a:lnTo>
                  <a:close/>
                </a:path>
                <a:path w="2666365" h="805814">
                  <a:moveTo>
                    <a:pt x="857986" y="786257"/>
                  </a:moveTo>
                  <a:lnTo>
                    <a:pt x="827811" y="786257"/>
                  </a:lnTo>
                  <a:lnTo>
                    <a:pt x="827811" y="805319"/>
                  </a:lnTo>
                  <a:lnTo>
                    <a:pt x="857986" y="805319"/>
                  </a:lnTo>
                  <a:lnTo>
                    <a:pt x="857986" y="786257"/>
                  </a:lnTo>
                  <a:close/>
                </a:path>
                <a:path w="2666365" h="805814">
                  <a:moveTo>
                    <a:pt x="911606" y="786257"/>
                  </a:moveTo>
                  <a:lnTo>
                    <a:pt x="881646" y="786257"/>
                  </a:lnTo>
                  <a:lnTo>
                    <a:pt x="881646" y="805319"/>
                  </a:lnTo>
                  <a:lnTo>
                    <a:pt x="911606" y="805319"/>
                  </a:lnTo>
                  <a:lnTo>
                    <a:pt x="911606" y="786257"/>
                  </a:lnTo>
                  <a:close/>
                </a:path>
                <a:path w="2666365" h="805814">
                  <a:moveTo>
                    <a:pt x="965708" y="786257"/>
                  </a:moveTo>
                  <a:lnTo>
                    <a:pt x="935532" y="786257"/>
                  </a:lnTo>
                  <a:lnTo>
                    <a:pt x="935532" y="805319"/>
                  </a:lnTo>
                  <a:lnTo>
                    <a:pt x="965708" y="805319"/>
                  </a:lnTo>
                  <a:lnTo>
                    <a:pt x="965708" y="786257"/>
                  </a:lnTo>
                  <a:close/>
                </a:path>
                <a:path w="2666365" h="805814">
                  <a:moveTo>
                    <a:pt x="1020064" y="786257"/>
                  </a:moveTo>
                  <a:lnTo>
                    <a:pt x="989850" y="786257"/>
                  </a:lnTo>
                  <a:lnTo>
                    <a:pt x="989850" y="805319"/>
                  </a:lnTo>
                  <a:lnTo>
                    <a:pt x="1020064" y="805319"/>
                  </a:lnTo>
                  <a:lnTo>
                    <a:pt x="1020064" y="786257"/>
                  </a:lnTo>
                  <a:close/>
                </a:path>
                <a:path w="2666365" h="805814">
                  <a:moveTo>
                    <a:pt x="1073683" y="786257"/>
                  </a:moveTo>
                  <a:lnTo>
                    <a:pt x="1043698" y="786257"/>
                  </a:lnTo>
                  <a:lnTo>
                    <a:pt x="1043698" y="805319"/>
                  </a:lnTo>
                  <a:lnTo>
                    <a:pt x="1073683" y="805319"/>
                  </a:lnTo>
                  <a:lnTo>
                    <a:pt x="1073683" y="786257"/>
                  </a:lnTo>
                  <a:close/>
                </a:path>
                <a:path w="2666365" h="805814">
                  <a:moveTo>
                    <a:pt x="1127785" y="786257"/>
                  </a:moveTo>
                  <a:lnTo>
                    <a:pt x="1097572" y="786257"/>
                  </a:lnTo>
                  <a:lnTo>
                    <a:pt x="1097572" y="805319"/>
                  </a:lnTo>
                  <a:lnTo>
                    <a:pt x="1127785" y="805319"/>
                  </a:lnTo>
                  <a:lnTo>
                    <a:pt x="1127785" y="786257"/>
                  </a:lnTo>
                  <a:close/>
                </a:path>
                <a:path w="2666365" h="805814">
                  <a:moveTo>
                    <a:pt x="1182204" y="786257"/>
                  </a:moveTo>
                  <a:lnTo>
                    <a:pt x="1151890" y="786257"/>
                  </a:lnTo>
                  <a:lnTo>
                    <a:pt x="1151890" y="805319"/>
                  </a:lnTo>
                  <a:lnTo>
                    <a:pt x="1182204" y="805319"/>
                  </a:lnTo>
                  <a:lnTo>
                    <a:pt x="1182204" y="786257"/>
                  </a:lnTo>
                  <a:close/>
                </a:path>
                <a:path w="2666365" h="805814">
                  <a:moveTo>
                    <a:pt x="1235722" y="786257"/>
                  </a:moveTo>
                  <a:lnTo>
                    <a:pt x="1205776" y="786257"/>
                  </a:lnTo>
                  <a:lnTo>
                    <a:pt x="1205776" y="805319"/>
                  </a:lnTo>
                  <a:lnTo>
                    <a:pt x="1235722" y="805319"/>
                  </a:lnTo>
                  <a:lnTo>
                    <a:pt x="1235722" y="786257"/>
                  </a:lnTo>
                  <a:close/>
                </a:path>
                <a:path w="2666365" h="805814">
                  <a:moveTo>
                    <a:pt x="1289926" y="786257"/>
                  </a:moveTo>
                  <a:lnTo>
                    <a:pt x="1259865" y="786257"/>
                  </a:lnTo>
                  <a:lnTo>
                    <a:pt x="1259865" y="805319"/>
                  </a:lnTo>
                  <a:lnTo>
                    <a:pt x="1289926" y="805319"/>
                  </a:lnTo>
                  <a:lnTo>
                    <a:pt x="1289926" y="786257"/>
                  </a:lnTo>
                  <a:close/>
                </a:path>
                <a:path w="2666365" h="805814">
                  <a:moveTo>
                    <a:pt x="1344244" y="786257"/>
                  </a:moveTo>
                  <a:lnTo>
                    <a:pt x="1314196" y="786257"/>
                  </a:lnTo>
                  <a:lnTo>
                    <a:pt x="1314196" y="805319"/>
                  </a:lnTo>
                  <a:lnTo>
                    <a:pt x="1344244" y="805319"/>
                  </a:lnTo>
                  <a:lnTo>
                    <a:pt x="1344244" y="786257"/>
                  </a:lnTo>
                  <a:close/>
                </a:path>
                <a:path w="2666365" h="805814">
                  <a:moveTo>
                    <a:pt x="1397863" y="786257"/>
                  </a:moveTo>
                  <a:lnTo>
                    <a:pt x="1367815" y="786257"/>
                  </a:lnTo>
                  <a:lnTo>
                    <a:pt x="1367815" y="805319"/>
                  </a:lnTo>
                  <a:lnTo>
                    <a:pt x="1397863" y="805319"/>
                  </a:lnTo>
                  <a:lnTo>
                    <a:pt x="1397863" y="786257"/>
                  </a:lnTo>
                  <a:close/>
                </a:path>
                <a:path w="2666365" h="805814">
                  <a:moveTo>
                    <a:pt x="1451965" y="786257"/>
                  </a:moveTo>
                  <a:lnTo>
                    <a:pt x="1421917" y="786257"/>
                  </a:lnTo>
                  <a:lnTo>
                    <a:pt x="1421917" y="805319"/>
                  </a:lnTo>
                  <a:lnTo>
                    <a:pt x="1451965" y="805319"/>
                  </a:lnTo>
                  <a:lnTo>
                    <a:pt x="1451965" y="786257"/>
                  </a:lnTo>
                  <a:close/>
                </a:path>
                <a:path w="2666365" h="805814">
                  <a:moveTo>
                    <a:pt x="1508671" y="782002"/>
                  </a:moveTo>
                  <a:lnTo>
                    <a:pt x="1476959" y="782002"/>
                  </a:lnTo>
                  <a:lnTo>
                    <a:pt x="1476959" y="801230"/>
                  </a:lnTo>
                  <a:lnTo>
                    <a:pt x="1508671" y="801230"/>
                  </a:lnTo>
                  <a:lnTo>
                    <a:pt x="1508671" y="782002"/>
                  </a:lnTo>
                  <a:close/>
                </a:path>
                <a:path w="2666365" h="805814">
                  <a:moveTo>
                    <a:pt x="1565846" y="769289"/>
                  </a:moveTo>
                  <a:lnTo>
                    <a:pt x="1546758" y="769289"/>
                  </a:lnTo>
                  <a:lnTo>
                    <a:pt x="1546758" y="782002"/>
                  </a:lnTo>
                  <a:lnTo>
                    <a:pt x="1534147" y="782002"/>
                  </a:lnTo>
                  <a:lnTo>
                    <a:pt x="1534147" y="801230"/>
                  </a:lnTo>
                  <a:lnTo>
                    <a:pt x="1565846" y="801230"/>
                  </a:lnTo>
                  <a:lnTo>
                    <a:pt x="1565846" y="769289"/>
                  </a:lnTo>
                  <a:close/>
                </a:path>
                <a:path w="2666365" h="805814">
                  <a:moveTo>
                    <a:pt x="1565846" y="712101"/>
                  </a:moveTo>
                  <a:lnTo>
                    <a:pt x="1546758" y="712101"/>
                  </a:lnTo>
                  <a:lnTo>
                    <a:pt x="1546758" y="744067"/>
                  </a:lnTo>
                  <a:lnTo>
                    <a:pt x="1565846" y="744067"/>
                  </a:lnTo>
                  <a:lnTo>
                    <a:pt x="1565846" y="712101"/>
                  </a:lnTo>
                  <a:close/>
                </a:path>
                <a:path w="2666365" h="805814">
                  <a:moveTo>
                    <a:pt x="1571599" y="656717"/>
                  </a:moveTo>
                  <a:lnTo>
                    <a:pt x="1552498" y="656717"/>
                  </a:lnTo>
                  <a:lnTo>
                    <a:pt x="1552498" y="685825"/>
                  </a:lnTo>
                  <a:lnTo>
                    <a:pt x="1571599" y="685825"/>
                  </a:lnTo>
                  <a:lnTo>
                    <a:pt x="1571599" y="656717"/>
                  </a:lnTo>
                  <a:close/>
                </a:path>
                <a:path w="2666365" h="805814">
                  <a:moveTo>
                    <a:pt x="1571599" y="604507"/>
                  </a:moveTo>
                  <a:lnTo>
                    <a:pt x="1552498" y="604507"/>
                  </a:lnTo>
                  <a:lnTo>
                    <a:pt x="1552498" y="633615"/>
                  </a:lnTo>
                  <a:lnTo>
                    <a:pt x="1571599" y="633615"/>
                  </a:lnTo>
                  <a:lnTo>
                    <a:pt x="1571599" y="604507"/>
                  </a:lnTo>
                  <a:close/>
                </a:path>
                <a:path w="2666365" h="805814">
                  <a:moveTo>
                    <a:pt x="1571599" y="552310"/>
                  </a:moveTo>
                  <a:lnTo>
                    <a:pt x="1552498" y="552310"/>
                  </a:lnTo>
                  <a:lnTo>
                    <a:pt x="1552498" y="581406"/>
                  </a:lnTo>
                  <a:lnTo>
                    <a:pt x="1571599" y="581406"/>
                  </a:lnTo>
                  <a:lnTo>
                    <a:pt x="1571599" y="552310"/>
                  </a:lnTo>
                  <a:close/>
                </a:path>
                <a:path w="2666365" h="805814">
                  <a:moveTo>
                    <a:pt x="1571599" y="499592"/>
                  </a:moveTo>
                  <a:lnTo>
                    <a:pt x="1552498" y="499592"/>
                  </a:lnTo>
                  <a:lnTo>
                    <a:pt x="1552498" y="528701"/>
                  </a:lnTo>
                  <a:lnTo>
                    <a:pt x="1571599" y="528701"/>
                  </a:lnTo>
                  <a:lnTo>
                    <a:pt x="1571599" y="499592"/>
                  </a:lnTo>
                  <a:close/>
                </a:path>
                <a:path w="2666365" h="805814">
                  <a:moveTo>
                    <a:pt x="1571599" y="447636"/>
                  </a:moveTo>
                  <a:lnTo>
                    <a:pt x="1552498" y="447636"/>
                  </a:lnTo>
                  <a:lnTo>
                    <a:pt x="1552498" y="476745"/>
                  </a:lnTo>
                  <a:lnTo>
                    <a:pt x="1571599" y="476745"/>
                  </a:lnTo>
                  <a:lnTo>
                    <a:pt x="1571599" y="447636"/>
                  </a:lnTo>
                  <a:close/>
                </a:path>
                <a:path w="2666365" h="805814">
                  <a:moveTo>
                    <a:pt x="1571599" y="395401"/>
                  </a:moveTo>
                  <a:lnTo>
                    <a:pt x="1552498" y="395401"/>
                  </a:lnTo>
                  <a:lnTo>
                    <a:pt x="1552498" y="424510"/>
                  </a:lnTo>
                  <a:lnTo>
                    <a:pt x="1571599" y="424510"/>
                  </a:lnTo>
                  <a:lnTo>
                    <a:pt x="1571599" y="395401"/>
                  </a:lnTo>
                  <a:close/>
                </a:path>
                <a:path w="2666365" h="805814">
                  <a:moveTo>
                    <a:pt x="1571599" y="342722"/>
                  </a:moveTo>
                  <a:lnTo>
                    <a:pt x="1552498" y="342722"/>
                  </a:lnTo>
                  <a:lnTo>
                    <a:pt x="1552498" y="371830"/>
                  </a:lnTo>
                  <a:lnTo>
                    <a:pt x="1571599" y="371830"/>
                  </a:lnTo>
                  <a:lnTo>
                    <a:pt x="1571599" y="342722"/>
                  </a:lnTo>
                  <a:close/>
                </a:path>
                <a:path w="2666365" h="805814">
                  <a:moveTo>
                    <a:pt x="1571599" y="290487"/>
                  </a:moveTo>
                  <a:lnTo>
                    <a:pt x="1552498" y="290487"/>
                  </a:lnTo>
                  <a:lnTo>
                    <a:pt x="1552498" y="319747"/>
                  </a:lnTo>
                  <a:lnTo>
                    <a:pt x="1571599" y="319747"/>
                  </a:lnTo>
                  <a:lnTo>
                    <a:pt x="1571599" y="290487"/>
                  </a:lnTo>
                  <a:close/>
                </a:path>
                <a:path w="2666365" h="805814">
                  <a:moveTo>
                    <a:pt x="1571599" y="238277"/>
                  </a:moveTo>
                  <a:lnTo>
                    <a:pt x="1552498" y="238277"/>
                  </a:lnTo>
                  <a:lnTo>
                    <a:pt x="1552498" y="267322"/>
                  </a:lnTo>
                  <a:lnTo>
                    <a:pt x="1571599" y="267322"/>
                  </a:lnTo>
                  <a:lnTo>
                    <a:pt x="1571599" y="238277"/>
                  </a:lnTo>
                  <a:close/>
                </a:path>
                <a:path w="2666365" h="805814">
                  <a:moveTo>
                    <a:pt x="1571599" y="185508"/>
                  </a:moveTo>
                  <a:lnTo>
                    <a:pt x="1552498" y="185508"/>
                  </a:lnTo>
                  <a:lnTo>
                    <a:pt x="1552498" y="214858"/>
                  </a:lnTo>
                  <a:lnTo>
                    <a:pt x="1571599" y="214858"/>
                  </a:lnTo>
                  <a:lnTo>
                    <a:pt x="1571599" y="185508"/>
                  </a:lnTo>
                  <a:close/>
                </a:path>
                <a:path w="2666365" h="805814">
                  <a:moveTo>
                    <a:pt x="1571599" y="133515"/>
                  </a:moveTo>
                  <a:lnTo>
                    <a:pt x="1552498" y="133515"/>
                  </a:lnTo>
                  <a:lnTo>
                    <a:pt x="1552498" y="162623"/>
                  </a:lnTo>
                  <a:lnTo>
                    <a:pt x="1571599" y="162623"/>
                  </a:lnTo>
                  <a:lnTo>
                    <a:pt x="1571599" y="133515"/>
                  </a:lnTo>
                  <a:close/>
                </a:path>
                <a:path w="2666365" h="805814">
                  <a:moveTo>
                    <a:pt x="1571599" y="81318"/>
                  </a:moveTo>
                  <a:lnTo>
                    <a:pt x="1552498" y="81318"/>
                  </a:lnTo>
                  <a:lnTo>
                    <a:pt x="1552498" y="110426"/>
                  </a:lnTo>
                  <a:lnTo>
                    <a:pt x="1571599" y="110426"/>
                  </a:lnTo>
                  <a:lnTo>
                    <a:pt x="1571599" y="81318"/>
                  </a:lnTo>
                  <a:close/>
                </a:path>
                <a:path w="2666365" h="805814">
                  <a:moveTo>
                    <a:pt x="1634299" y="84721"/>
                  </a:moveTo>
                  <a:lnTo>
                    <a:pt x="1562290" y="12623"/>
                  </a:lnTo>
                  <a:lnTo>
                    <a:pt x="1490522" y="84721"/>
                  </a:lnTo>
                  <a:lnTo>
                    <a:pt x="1511973" y="106159"/>
                  </a:lnTo>
                  <a:lnTo>
                    <a:pt x="1562290" y="55613"/>
                  </a:lnTo>
                  <a:lnTo>
                    <a:pt x="1612836" y="106159"/>
                  </a:lnTo>
                  <a:lnTo>
                    <a:pt x="1634299" y="84721"/>
                  </a:lnTo>
                  <a:close/>
                </a:path>
                <a:path w="2666365" h="805814">
                  <a:moveTo>
                    <a:pt x="2422182" y="656971"/>
                  </a:moveTo>
                  <a:lnTo>
                    <a:pt x="2403094" y="656971"/>
                  </a:lnTo>
                  <a:lnTo>
                    <a:pt x="2403094" y="686079"/>
                  </a:lnTo>
                  <a:lnTo>
                    <a:pt x="2422182" y="686079"/>
                  </a:lnTo>
                  <a:lnTo>
                    <a:pt x="2422182" y="656971"/>
                  </a:lnTo>
                  <a:close/>
                </a:path>
                <a:path w="2666365" h="805814">
                  <a:moveTo>
                    <a:pt x="2422182" y="604761"/>
                  </a:moveTo>
                  <a:lnTo>
                    <a:pt x="2403094" y="604761"/>
                  </a:lnTo>
                  <a:lnTo>
                    <a:pt x="2403094" y="633869"/>
                  </a:lnTo>
                  <a:lnTo>
                    <a:pt x="2422182" y="633869"/>
                  </a:lnTo>
                  <a:lnTo>
                    <a:pt x="2422182" y="604761"/>
                  </a:lnTo>
                  <a:close/>
                </a:path>
                <a:path w="2666365" h="805814">
                  <a:moveTo>
                    <a:pt x="2422182" y="552526"/>
                  </a:moveTo>
                  <a:lnTo>
                    <a:pt x="2403094" y="552526"/>
                  </a:lnTo>
                  <a:lnTo>
                    <a:pt x="2403094" y="581634"/>
                  </a:lnTo>
                  <a:lnTo>
                    <a:pt x="2422182" y="581634"/>
                  </a:lnTo>
                  <a:lnTo>
                    <a:pt x="2422182" y="552526"/>
                  </a:lnTo>
                  <a:close/>
                </a:path>
                <a:path w="2666365" h="805814">
                  <a:moveTo>
                    <a:pt x="2422182" y="499846"/>
                  </a:moveTo>
                  <a:lnTo>
                    <a:pt x="2403094" y="499846"/>
                  </a:lnTo>
                  <a:lnTo>
                    <a:pt x="2403094" y="529170"/>
                  </a:lnTo>
                  <a:lnTo>
                    <a:pt x="2422182" y="529170"/>
                  </a:lnTo>
                  <a:lnTo>
                    <a:pt x="2422182" y="499846"/>
                  </a:lnTo>
                  <a:close/>
                </a:path>
                <a:path w="2666365" h="805814">
                  <a:moveTo>
                    <a:pt x="2422182" y="447636"/>
                  </a:moveTo>
                  <a:lnTo>
                    <a:pt x="2403094" y="447636"/>
                  </a:lnTo>
                  <a:lnTo>
                    <a:pt x="2403094" y="476745"/>
                  </a:lnTo>
                  <a:lnTo>
                    <a:pt x="2422182" y="476745"/>
                  </a:lnTo>
                  <a:lnTo>
                    <a:pt x="2422182" y="447636"/>
                  </a:lnTo>
                  <a:close/>
                </a:path>
                <a:path w="2666365" h="805814">
                  <a:moveTo>
                    <a:pt x="2422182" y="395655"/>
                  </a:moveTo>
                  <a:lnTo>
                    <a:pt x="2403094" y="395655"/>
                  </a:lnTo>
                  <a:lnTo>
                    <a:pt x="2403094" y="424764"/>
                  </a:lnTo>
                  <a:lnTo>
                    <a:pt x="2422182" y="424764"/>
                  </a:lnTo>
                  <a:lnTo>
                    <a:pt x="2422182" y="395655"/>
                  </a:lnTo>
                  <a:close/>
                </a:path>
                <a:path w="2666365" h="805814">
                  <a:moveTo>
                    <a:pt x="2422182" y="342950"/>
                  </a:moveTo>
                  <a:lnTo>
                    <a:pt x="2403094" y="342950"/>
                  </a:lnTo>
                  <a:lnTo>
                    <a:pt x="2403094" y="372046"/>
                  </a:lnTo>
                  <a:lnTo>
                    <a:pt x="2422182" y="372046"/>
                  </a:lnTo>
                  <a:lnTo>
                    <a:pt x="2422182" y="342950"/>
                  </a:lnTo>
                  <a:close/>
                </a:path>
                <a:path w="2666365" h="805814">
                  <a:moveTo>
                    <a:pt x="2422182" y="290741"/>
                  </a:moveTo>
                  <a:lnTo>
                    <a:pt x="2403094" y="290741"/>
                  </a:lnTo>
                  <a:lnTo>
                    <a:pt x="2403094" y="319747"/>
                  </a:lnTo>
                  <a:lnTo>
                    <a:pt x="2422182" y="319747"/>
                  </a:lnTo>
                  <a:lnTo>
                    <a:pt x="2422182" y="290741"/>
                  </a:lnTo>
                  <a:close/>
                </a:path>
                <a:path w="2666365" h="805814">
                  <a:moveTo>
                    <a:pt x="2422182" y="238531"/>
                  </a:moveTo>
                  <a:lnTo>
                    <a:pt x="2403094" y="238531"/>
                  </a:lnTo>
                  <a:lnTo>
                    <a:pt x="2403094" y="267804"/>
                  </a:lnTo>
                  <a:lnTo>
                    <a:pt x="2422182" y="267804"/>
                  </a:lnTo>
                  <a:lnTo>
                    <a:pt x="2422182" y="238531"/>
                  </a:lnTo>
                  <a:close/>
                </a:path>
                <a:path w="2666365" h="805814">
                  <a:moveTo>
                    <a:pt x="2422182" y="185978"/>
                  </a:moveTo>
                  <a:lnTo>
                    <a:pt x="2403094" y="185978"/>
                  </a:lnTo>
                  <a:lnTo>
                    <a:pt x="2403094" y="215087"/>
                  </a:lnTo>
                  <a:lnTo>
                    <a:pt x="2422182" y="215087"/>
                  </a:lnTo>
                  <a:lnTo>
                    <a:pt x="2422182" y="185978"/>
                  </a:lnTo>
                  <a:close/>
                </a:path>
                <a:path w="2666365" h="805814">
                  <a:moveTo>
                    <a:pt x="2422182" y="133769"/>
                  </a:moveTo>
                  <a:lnTo>
                    <a:pt x="2403094" y="133769"/>
                  </a:lnTo>
                  <a:lnTo>
                    <a:pt x="2403094" y="162877"/>
                  </a:lnTo>
                  <a:lnTo>
                    <a:pt x="2422182" y="162877"/>
                  </a:lnTo>
                  <a:lnTo>
                    <a:pt x="2422182" y="133769"/>
                  </a:lnTo>
                  <a:close/>
                </a:path>
                <a:path w="2666365" h="805814">
                  <a:moveTo>
                    <a:pt x="2422182" y="81534"/>
                  </a:moveTo>
                  <a:lnTo>
                    <a:pt x="2403094" y="81534"/>
                  </a:lnTo>
                  <a:lnTo>
                    <a:pt x="2403094" y="110642"/>
                  </a:lnTo>
                  <a:lnTo>
                    <a:pt x="2422182" y="110642"/>
                  </a:lnTo>
                  <a:lnTo>
                    <a:pt x="2422182" y="81534"/>
                  </a:lnTo>
                  <a:close/>
                </a:path>
                <a:path w="2666365" h="805814">
                  <a:moveTo>
                    <a:pt x="2554427" y="786257"/>
                  </a:moveTo>
                  <a:lnTo>
                    <a:pt x="2523426" y="786257"/>
                  </a:lnTo>
                  <a:lnTo>
                    <a:pt x="2523426" y="805319"/>
                  </a:lnTo>
                  <a:lnTo>
                    <a:pt x="2554427" y="805319"/>
                  </a:lnTo>
                  <a:lnTo>
                    <a:pt x="2554427" y="786257"/>
                  </a:lnTo>
                  <a:close/>
                </a:path>
                <a:path w="2666365" h="805814">
                  <a:moveTo>
                    <a:pt x="2610180" y="786257"/>
                  </a:moveTo>
                  <a:lnTo>
                    <a:pt x="2579014" y="786257"/>
                  </a:lnTo>
                  <a:lnTo>
                    <a:pt x="2579014" y="805319"/>
                  </a:lnTo>
                  <a:lnTo>
                    <a:pt x="2610180" y="805319"/>
                  </a:lnTo>
                  <a:lnTo>
                    <a:pt x="2610180" y="786257"/>
                  </a:lnTo>
                  <a:close/>
                </a:path>
                <a:path w="2666365" h="805814">
                  <a:moveTo>
                    <a:pt x="2665996" y="786257"/>
                  </a:moveTo>
                  <a:lnTo>
                    <a:pt x="2634767" y="786257"/>
                  </a:lnTo>
                  <a:lnTo>
                    <a:pt x="2634767" y="805319"/>
                  </a:lnTo>
                  <a:lnTo>
                    <a:pt x="2665996" y="805319"/>
                  </a:lnTo>
                  <a:lnTo>
                    <a:pt x="2665996" y="786257"/>
                  </a:lnTo>
                  <a:close/>
                </a:path>
              </a:pathLst>
            </a:custGeom>
            <a:solidFill>
              <a:srgbClr val="000000"/>
            </a:solidFill>
          </p:spPr>
          <p:txBody>
            <a:bodyPr wrap="square" lIns="0" tIns="0" rIns="0" bIns="0" rtlCol="0"/>
            <a:lstStyle/>
            <a:p>
              <a:endParaRPr>
                <a:latin typeface="Cambria" pitchFamily="18" charset="0"/>
                <a:ea typeface="Cambria" pitchFamily="18" charset="0"/>
              </a:endParaRPr>
            </a:p>
          </p:txBody>
        </p:sp>
        <p:sp>
          <p:nvSpPr>
            <p:cNvPr id="26" name="object 26"/>
            <p:cNvSpPr/>
            <p:nvPr/>
          </p:nvSpPr>
          <p:spPr>
            <a:xfrm>
              <a:off x="4772380" y="1982380"/>
              <a:ext cx="1510030" cy="805815"/>
            </a:xfrm>
            <a:custGeom>
              <a:avLst/>
              <a:gdLst/>
              <a:ahLst/>
              <a:cxnLst/>
              <a:rect l="l" t="t" r="r" b="b"/>
              <a:pathLst>
                <a:path w="1510029" h="805814">
                  <a:moveTo>
                    <a:pt x="82867" y="710920"/>
                  </a:moveTo>
                  <a:lnTo>
                    <a:pt x="63842" y="710920"/>
                  </a:lnTo>
                  <a:lnTo>
                    <a:pt x="63842" y="742632"/>
                  </a:lnTo>
                  <a:lnTo>
                    <a:pt x="82867" y="742632"/>
                  </a:lnTo>
                  <a:lnTo>
                    <a:pt x="82867" y="710920"/>
                  </a:lnTo>
                  <a:close/>
                </a:path>
                <a:path w="1510029" h="805814">
                  <a:moveTo>
                    <a:pt x="95554" y="780732"/>
                  </a:moveTo>
                  <a:lnTo>
                    <a:pt x="82867" y="780732"/>
                  </a:lnTo>
                  <a:lnTo>
                    <a:pt x="82867" y="768121"/>
                  </a:lnTo>
                  <a:lnTo>
                    <a:pt x="63842" y="768121"/>
                  </a:lnTo>
                  <a:lnTo>
                    <a:pt x="63842" y="799833"/>
                  </a:lnTo>
                  <a:lnTo>
                    <a:pt x="95554" y="799833"/>
                  </a:lnTo>
                  <a:lnTo>
                    <a:pt x="95554" y="780732"/>
                  </a:lnTo>
                  <a:close/>
                </a:path>
                <a:path w="1510029" h="805814">
                  <a:moveTo>
                    <a:pt x="143675" y="71780"/>
                  </a:moveTo>
                  <a:lnTo>
                    <a:pt x="71920" y="0"/>
                  </a:lnTo>
                  <a:lnTo>
                    <a:pt x="0" y="71780"/>
                  </a:lnTo>
                  <a:lnTo>
                    <a:pt x="21437" y="93230"/>
                  </a:lnTo>
                  <a:lnTo>
                    <a:pt x="71920" y="42900"/>
                  </a:lnTo>
                  <a:lnTo>
                    <a:pt x="122199" y="93230"/>
                  </a:lnTo>
                  <a:lnTo>
                    <a:pt x="143675" y="71780"/>
                  </a:lnTo>
                  <a:close/>
                </a:path>
                <a:path w="1510029" h="805814">
                  <a:moveTo>
                    <a:pt x="152730" y="780732"/>
                  </a:moveTo>
                  <a:lnTo>
                    <a:pt x="121031" y="780732"/>
                  </a:lnTo>
                  <a:lnTo>
                    <a:pt x="121031" y="799833"/>
                  </a:lnTo>
                  <a:lnTo>
                    <a:pt x="152730" y="799833"/>
                  </a:lnTo>
                  <a:lnTo>
                    <a:pt x="152730" y="780732"/>
                  </a:lnTo>
                  <a:close/>
                </a:path>
                <a:path w="1510029" h="805814">
                  <a:moveTo>
                    <a:pt x="210858" y="786257"/>
                  </a:moveTo>
                  <a:lnTo>
                    <a:pt x="179857" y="786257"/>
                  </a:lnTo>
                  <a:lnTo>
                    <a:pt x="179857" y="805319"/>
                  </a:lnTo>
                  <a:lnTo>
                    <a:pt x="210858" y="805319"/>
                  </a:lnTo>
                  <a:lnTo>
                    <a:pt x="210858" y="786257"/>
                  </a:lnTo>
                  <a:close/>
                </a:path>
                <a:path w="1510029" h="805814">
                  <a:moveTo>
                    <a:pt x="378434" y="786257"/>
                  </a:moveTo>
                  <a:lnTo>
                    <a:pt x="347433" y="786257"/>
                  </a:lnTo>
                  <a:lnTo>
                    <a:pt x="347433" y="805319"/>
                  </a:lnTo>
                  <a:lnTo>
                    <a:pt x="378434" y="805319"/>
                  </a:lnTo>
                  <a:lnTo>
                    <a:pt x="378434" y="786257"/>
                  </a:lnTo>
                  <a:close/>
                </a:path>
                <a:path w="1510029" h="805814">
                  <a:moveTo>
                    <a:pt x="433959" y="786257"/>
                  </a:moveTo>
                  <a:lnTo>
                    <a:pt x="402958" y="786257"/>
                  </a:lnTo>
                  <a:lnTo>
                    <a:pt x="402958" y="805319"/>
                  </a:lnTo>
                  <a:lnTo>
                    <a:pt x="433959" y="805319"/>
                  </a:lnTo>
                  <a:lnTo>
                    <a:pt x="433959" y="786257"/>
                  </a:lnTo>
                  <a:close/>
                </a:path>
                <a:path w="1510029" h="805814">
                  <a:moveTo>
                    <a:pt x="489712" y="786257"/>
                  </a:moveTo>
                  <a:lnTo>
                    <a:pt x="458711" y="786257"/>
                  </a:lnTo>
                  <a:lnTo>
                    <a:pt x="458711" y="805319"/>
                  </a:lnTo>
                  <a:lnTo>
                    <a:pt x="489712" y="805319"/>
                  </a:lnTo>
                  <a:lnTo>
                    <a:pt x="489712" y="786257"/>
                  </a:lnTo>
                  <a:close/>
                </a:path>
                <a:path w="1510029" h="805814">
                  <a:moveTo>
                    <a:pt x="545934" y="786257"/>
                  </a:moveTo>
                  <a:lnTo>
                    <a:pt x="514781" y="786257"/>
                  </a:lnTo>
                  <a:lnTo>
                    <a:pt x="514781" y="805319"/>
                  </a:lnTo>
                  <a:lnTo>
                    <a:pt x="545934" y="805319"/>
                  </a:lnTo>
                  <a:lnTo>
                    <a:pt x="545934" y="786257"/>
                  </a:lnTo>
                  <a:close/>
                </a:path>
                <a:path w="1510029" h="805814">
                  <a:moveTo>
                    <a:pt x="601535" y="786257"/>
                  </a:moveTo>
                  <a:lnTo>
                    <a:pt x="570522" y="786257"/>
                  </a:lnTo>
                  <a:lnTo>
                    <a:pt x="570522" y="805319"/>
                  </a:lnTo>
                  <a:lnTo>
                    <a:pt x="601535" y="805319"/>
                  </a:lnTo>
                  <a:lnTo>
                    <a:pt x="601535" y="786257"/>
                  </a:lnTo>
                  <a:close/>
                </a:path>
                <a:path w="1510029" h="805814">
                  <a:moveTo>
                    <a:pt x="657275" y="786257"/>
                  </a:moveTo>
                  <a:lnTo>
                    <a:pt x="626059" y="786257"/>
                  </a:lnTo>
                  <a:lnTo>
                    <a:pt x="626059" y="805319"/>
                  </a:lnTo>
                  <a:lnTo>
                    <a:pt x="657275" y="805319"/>
                  </a:lnTo>
                  <a:lnTo>
                    <a:pt x="657275" y="786257"/>
                  </a:lnTo>
                  <a:close/>
                </a:path>
                <a:path w="1510029" h="805814">
                  <a:moveTo>
                    <a:pt x="713257" y="786257"/>
                  </a:moveTo>
                  <a:lnTo>
                    <a:pt x="682282" y="786257"/>
                  </a:lnTo>
                  <a:lnTo>
                    <a:pt x="682282" y="805319"/>
                  </a:lnTo>
                  <a:lnTo>
                    <a:pt x="713257" y="805319"/>
                  </a:lnTo>
                  <a:lnTo>
                    <a:pt x="713257" y="786257"/>
                  </a:lnTo>
                  <a:close/>
                </a:path>
                <a:path w="1510029" h="805814">
                  <a:moveTo>
                    <a:pt x="769010" y="786257"/>
                  </a:moveTo>
                  <a:lnTo>
                    <a:pt x="737781" y="786257"/>
                  </a:lnTo>
                  <a:lnTo>
                    <a:pt x="737781" y="805319"/>
                  </a:lnTo>
                  <a:lnTo>
                    <a:pt x="769010" y="805319"/>
                  </a:lnTo>
                  <a:lnTo>
                    <a:pt x="769010" y="786257"/>
                  </a:lnTo>
                  <a:close/>
                </a:path>
                <a:path w="1510029" h="805814">
                  <a:moveTo>
                    <a:pt x="824788" y="786257"/>
                  </a:moveTo>
                  <a:lnTo>
                    <a:pt x="793623" y="786257"/>
                  </a:lnTo>
                  <a:lnTo>
                    <a:pt x="793623" y="805319"/>
                  </a:lnTo>
                  <a:lnTo>
                    <a:pt x="824788" y="805319"/>
                  </a:lnTo>
                  <a:lnTo>
                    <a:pt x="824788" y="786257"/>
                  </a:lnTo>
                  <a:close/>
                </a:path>
                <a:path w="1510029" h="805814">
                  <a:moveTo>
                    <a:pt x="880859" y="786257"/>
                  </a:moveTo>
                  <a:lnTo>
                    <a:pt x="849858" y="786257"/>
                  </a:lnTo>
                  <a:lnTo>
                    <a:pt x="849858" y="805319"/>
                  </a:lnTo>
                  <a:lnTo>
                    <a:pt x="880859" y="805319"/>
                  </a:lnTo>
                  <a:lnTo>
                    <a:pt x="880859" y="786257"/>
                  </a:lnTo>
                  <a:close/>
                </a:path>
                <a:path w="1510029" h="805814">
                  <a:moveTo>
                    <a:pt x="936358" y="786257"/>
                  </a:moveTo>
                  <a:lnTo>
                    <a:pt x="905383" y="786257"/>
                  </a:lnTo>
                  <a:lnTo>
                    <a:pt x="905383" y="805319"/>
                  </a:lnTo>
                  <a:lnTo>
                    <a:pt x="936358" y="805319"/>
                  </a:lnTo>
                  <a:lnTo>
                    <a:pt x="936358" y="786257"/>
                  </a:lnTo>
                  <a:close/>
                </a:path>
                <a:path w="1510029" h="805814">
                  <a:moveTo>
                    <a:pt x="992098" y="786257"/>
                  </a:moveTo>
                  <a:lnTo>
                    <a:pt x="961136" y="786257"/>
                  </a:lnTo>
                  <a:lnTo>
                    <a:pt x="961136" y="805319"/>
                  </a:lnTo>
                  <a:lnTo>
                    <a:pt x="992098" y="805319"/>
                  </a:lnTo>
                  <a:lnTo>
                    <a:pt x="992098" y="786257"/>
                  </a:lnTo>
                  <a:close/>
                </a:path>
                <a:path w="1510029" h="805814">
                  <a:moveTo>
                    <a:pt x="1048334" y="786257"/>
                  </a:moveTo>
                  <a:lnTo>
                    <a:pt x="1017104" y="786257"/>
                  </a:lnTo>
                  <a:lnTo>
                    <a:pt x="1017104" y="805319"/>
                  </a:lnTo>
                  <a:lnTo>
                    <a:pt x="1048334" y="805319"/>
                  </a:lnTo>
                  <a:lnTo>
                    <a:pt x="1048334" y="786257"/>
                  </a:lnTo>
                  <a:close/>
                </a:path>
                <a:path w="1510029" h="805814">
                  <a:moveTo>
                    <a:pt x="1103858" y="786257"/>
                  </a:moveTo>
                  <a:lnTo>
                    <a:pt x="1072946" y="786257"/>
                  </a:lnTo>
                  <a:lnTo>
                    <a:pt x="1072946" y="805319"/>
                  </a:lnTo>
                  <a:lnTo>
                    <a:pt x="1103858" y="805319"/>
                  </a:lnTo>
                  <a:lnTo>
                    <a:pt x="1103858" y="786257"/>
                  </a:lnTo>
                  <a:close/>
                </a:path>
                <a:path w="1510029" h="805814">
                  <a:moveTo>
                    <a:pt x="1159700" y="786257"/>
                  </a:moveTo>
                  <a:lnTo>
                    <a:pt x="1128699" y="786257"/>
                  </a:lnTo>
                  <a:lnTo>
                    <a:pt x="1128699" y="805319"/>
                  </a:lnTo>
                  <a:lnTo>
                    <a:pt x="1159700" y="805319"/>
                  </a:lnTo>
                  <a:lnTo>
                    <a:pt x="1159700" y="786257"/>
                  </a:lnTo>
                  <a:close/>
                </a:path>
                <a:path w="1510029" h="805814">
                  <a:moveTo>
                    <a:pt x="1215936" y="786257"/>
                  </a:moveTo>
                  <a:lnTo>
                    <a:pt x="1184668" y="786257"/>
                  </a:lnTo>
                  <a:lnTo>
                    <a:pt x="1184668" y="805319"/>
                  </a:lnTo>
                  <a:lnTo>
                    <a:pt x="1215936" y="805319"/>
                  </a:lnTo>
                  <a:lnTo>
                    <a:pt x="1215936" y="786257"/>
                  </a:lnTo>
                  <a:close/>
                </a:path>
                <a:path w="1510029" h="805814">
                  <a:moveTo>
                    <a:pt x="1271435" y="786257"/>
                  </a:moveTo>
                  <a:lnTo>
                    <a:pt x="1240205" y="786257"/>
                  </a:lnTo>
                  <a:lnTo>
                    <a:pt x="1240205" y="805319"/>
                  </a:lnTo>
                  <a:lnTo>
                    <a:pt x="1271435" y="805319"/>
                  </a:lnTo>
                  <a:lnTo>
                    <a:pt x="1271435" y="786257"/>
                  </a:lnTo>
                  <a:close/>
                </a:path>
                <a:path w="1510029" h="805814">
                  <a:moveTo>
                    <a:pt x="1327175" y="786257"/>
                  </a:moveTo>
                  <a:lnTo>
                    <a:pt x="1295958" y="786257"/>
                  </a:lnTo>
                  <a:lnTo>
                    <a:pt x="1295958" y="805319"/>
                  </a:lnTo>
                  <a:lnTo>
                    <a:pt x="1327175" y="805319"/>
                  </a:lnTo>
                  <a:lnTo>
                    <a:pt x="1327175" y="786257"/>
                  </a:lnTo>
                  <a:close/>
                </a:path>
                <a:path w="1510029" h="805814">
                  <a:moveTo>
                    <a:pt x="1384452" y="782002"/>
                  </a:moveTo>
                  <a:lnTo>
                    <a:pt x="1352753" y="782002"/>
                  </a:lnTo>
                  <a:lnTo>
                    <a:pt x="1352753" y="801230"/>
                  </a:lnTo>
                  <a:lnTo>
                    <a:pt x="1384452" y="801230"/>
                  </a:lnTo>
                  <a:lnTo>
                    <a:pt x="1384452" y="782002"/>
                  </a:lnTo>
                  <a:close/>
                </a:path>
                <a:path w="1510029" h="805814">
                  <a:moveTo>
                    <a:pt x="1441602" y="769289"/>
                  </a:moveTo>
                  <a:lnTo>
                    <a:pt x="1422539" y="769289"/>
                  </a:lnTo>
                  <a:lnTo>
                    <a:pt x="1422539" y="782002"/>
                  </a:lnTo>
                  <a:lnTo>
                    <a:pt x="1409903" y="782002"/>
                  </a:lnTo>
                  <a:lnTo>
                    <a:pt x="1409903" y="801230"/>
                  </a:lnTo>
                  <a:lnTo>
                    <a:pt x="1441602" y="801230"/>
                  </a:lnTo>
                  <a:lnTo>
                    <a:pt x="1441602" y="769289"/>
                  </a:lnTo>
                  <a:close/>
                </a:path>
                <a:path w="1510029" h="805814">
                  <a:moveTo>
                    <a:pt x="1441602" y="712101"/>
                  </a:moveTo>
                  <a:lnTo>
                    <a:pt x="1422539" y="712101"/>
                  </a:lnTo>
                  <a:lnTo>
                    <a:pt x="1422539" y="744067"/>
                  </a:lnTo>
                  <a:lnTo>
                    <a:pt x="1441602" y="744067"/>
                  </a:lnTo>
                  <a:lnTo>
                    <a:pt x="1441602" y="712101"/>
                  </a:lnTo>
                  <a:close/>
                </a:path>
                <a:path w="1510029" h="805814">
                  <a:moveTo>
                    <a:pt x="1447063" y="656717"/>
                  </a:moveTo>
                  <a:lnTo>
                    <a:pt x="1428038" y="656717"/>
                  </a:lnTo>
                  <a:lnTo>
                    <a:pt x="1428038" y="685825"/>
                  </a:lnTo>
                  <a:lnTo>
                    <a:pt x="1447063" y="685825"/>
                  </a:lnTo>
                  <a:lnTo>
                    <a:pt x="1447063" y="656717"/>
                  </a:lnTo>
                  <a:close/>
                </a:path>
                <a:path w="1510029" h="805814">
                  <a:moveTo>
                    <a:pt x="1447063" y="604507"/>
                  </a:moveTo>
                  <a:lnTo>
                    <a:pt x="1428038" y="604507"/>
                  </a:lnTo>
                  <a:lnTo>
                    <a:pt x="1428038" y="633615"/>
                  </a:lnTo>
                  <a:lnTo>
                    <a:pt x="1447063" y="633615"/>
                  </a:lnTo>
                  <a:lnTo>
                    <a:pt x="1447063" y="604507"/>
                  </a:lnTo>
                  <a:close/>
                </a:path>
                <a:path w="1510029" h="805814">
                  <a:moveTo>
                    <a:pt x="1447063" y="552310"/>
                  </a:moveTo>
                  <a:lnTo>
                    <a:pt x="1428038" y="552310"/>
                  </a:lnTo>
                  <a:lnTo>
                    <a:pt x="1428038" y="581406"/>
                  </a:lnTo>
                  <a:lnTo>
                    <a:pt x="1447063" y="581406"/>
                  </a:lnTo>
                  <a:lnTo>
                    <a:pt x="1447063" y="552310"/>
                  </a:lnTo>
                  <a:close/>
                </a:path>
                <a:path w="1510029" h="805814">
                  <a:moveTo>
                    <a:pt x="1447063" y="499592"/>
                  </a:moveTo>
                  <a:lnTo>
                    <a:pt x="1428038" y="499592"/>
                  </a:lnTo>
                  <a:lnTo>
                    <a:pt x="1428038" y="528701"/>
                  </a:lnTo>
                  <a:lnTo>
                    <a:pt x="1447063" y="528701"/>
                  </a:lnTo>
                  <a:lnTo>
                    <a:pt x="1447063" y="499592"/>
                  </a:lnTo>
                  <a:close/>
                </a:path>
                <a:path w="1510029" h="805814">
                  <a:moveTo>
                    <a:pt x="1447063" y="447636"/>
                  </a:moveTo>
                  <a:lnTo>
                    <a:pt x="1428038" y="447636"/>
                  </a:lnTo>
                  <a:lnTo>
                    <a:pt x="1428038" y="476745"/>
                  </a:lnTo>
                  <a:lnTo>
                    <a:pt x="1447063" y="476745"/>
                  </a:lnTo>
                  <a:lnTo>
                    <a:pt x="1447063" y="447636"/>
                  </a:lnTo>
                  <a:close/>
                </a:path>
                <a:path w="1510029" h="805814">
                  <a:moveTo>
                    <a:pt x="1447063" y="395401"/>
                  </a:moveTo>
                  <a:lnTo>
                    <a:pt x="1428038" y="395401"/>
                  </a:lnTo>
                  <a:lnTo>
                    <a:pt x="1428038" y="424510"/>
                  </a:lnTo>
                  <a:lnTo>
                    <a:pt x="1447063" y="424510"/>
                  </a:lnTo>
                  <a:lnTo>
                    <a:pt x="1447063" y="395401"/>
                  </a:lnTo>
                  <a:close/>
                </a:path>
                <a:path w="1510029" h="805814">
                  <a:moveTo>
                    <a:pt x="1447063" y="342722"/>
                  </a:moveTo>
                  <a:lnTo>
                    <a:pt x="1428038" y="342722"/>
                  </a:lnTo>
                  <a:lnTo>
                    <a:pt x="1428038" y="371830"/>
                  </a:lnTo>
                  <a:lnTo>
                    <a:pt x="1447063" y="371830"/>
                  </a:lnTo>
                  <a:lnTo>
                    <a:pt x="1447063" y="342722"/>
                  </a:lnTo>
                  <a:close/>
                </a:path>
                <a:path w="1510029" h="805814">
                  <a:moveTo>
                    <a:pt x="1447063" y="290487"/>
                  </a:moveTo>
                  <a:lnTo>
                    <a:pt x="1428038" y="290487"/>
                  </a:lnTo>
                  <a:lnTo>
                    <a:pt x="1428038" y="319747"/>
                  </a:lnTo>
                  <a:lnTo>
                    <a:pt x="1447063" y="319747"/>
                  </a:lnTo>
                  <a:lnTo>
                    <a:pt x="1447063" y="290487"/>
                  </a:lnTo>
                  <a:close/>
                </a:path>
                <a:path w="1510029" h="805814">
                  <a:moveTo>
                    <a:pt x="1447063" y="238277"/>
                  </a:moveTo>
                  <a:lnTo>
                    <a:pt x="1428038" y="238277"/>
                  </a:lnTo>
                  <a:lnTo>
                    <a:pt x="1428038" y="267322"/>
                  </a:lnTo>
                  <a:lnTo>
                    <a:pt x="1447063" y="267322"/>
                  </a:lnTo>
                  <a:lnTo>
                    <a:pt x="1447063" y="238277"/>
                  </a:lnTo>
                  <a:close/>
                </a:path>
                <a:path w="1510029" h="805814">
                  <a:moveTo>
                    <a:pt x="1447063" y="185508"/>
                  </a:moveTo>
                  <a:lnTo>
                    <a:pt x="1428038" y="185508"/>
                  </a:lnTo>
                  <a:lnTo>
                    <a:pt x="1428038" y="214858"/>
                  </a:lnTo>
                  <a:lnTo>
                    <a:pt x="1447063" y="214858"/>
                  </a:lnTo>
                  <a:lnTo>
                    <a:pt x="1447063" y="185508"/>
                  </a:lnTo>
                  <a:close/>
                </a:path>
                <a:path w="1510029" h="805814">
                  <a:moveTo>
                    <a:pt x="1447063" y="133515"/>
                  </a:moveTo>
                  <a:lnTo>
                    <a:pt x="1428038" y="133515"/>
                  </a:lnTo>
                  <a:lnTo>
                    <a:pt x="1428038" y="162623"/>
                  </a:lnTo>
                  <a:lnTo>
                    <a:pt x="1447063" y="162623"/>
                  </a:lnTo>
                  <a:lnTo>
                    <a:pt x="1447063" y="133515"/>
                  </a:lnTo>
                  <a:close/>
                </a:path>
                <a:path w="1510029" h="805814">
                  <a:moveTo>
                    <a:pt x="1447063" y="81318"/>
                  </a:moveTo>
                  <a:lnTo>
                    <a:pt x="1428038" y="81318"/>
                  </a:lnTo>
                  <a:lnTo>
                    <a:pt x="1428038" y="110426"/>
                  </a:lnTo>
                  <a:lnTo>
                    <a:pt x="1447063" y="110426"/>
                  </a:lnTo>
                  <a:lnTo>
                    <a:pt x="1447063" y="81318"/>
                  </a:lnTo>
                  <a:close/>
                </a:path>
                <a:path w="1510029" h="805814">
                  <a:moveTo>
                    <a:pt x="1509522" y="84721"/>
                  </a:moveTo>
                  <a:lnTo>
                    <a:pt x="1437767" y="12623"/>
                  </a:lnTo>
                  <a:lnTo>
                    <a:pt x="1365846" y="84721"/>
                  </a:lnTo>
                  <a:lnTo>
                    <a:pt x="1387284" y="106159"/>
                  </a:lnTo>
                  <a:lnTo>
                    <a:pt x="1437767" y="55613"/>
                  </a:lnTo>
                  <a:lnTo>
                    <a:pt x="1488046" y="106159"/>
                  </a:lnTo>
                  <a:lnTo>
                    <a:pt x="1509522" y="84721"/>
                  </a:lnTo>
                  <a:close/>
                </a:path>
              </a:pathLst>
            </a:custGeom>
            <a:solidFill>
              <a:srgbClr val="000000"/>
            </a:solidFill>
          </p:spPr>
          <p:txBody>
            <a:bodyPr wrap="square" lIns="0" tIns="0" rIns="0" bIns="0" rtlCol="0"/>
            <a:lstStyle/>
            <a:p>
              <a:endParaRPr>
                <a:latin typeface="Cambria" pitchFamily="18" charset="0"/>
                <a:ea typeface="Cambria" pitchFamily="18" charset="0"/>
              </a:endParaRPr>
            </a:p>
          </p:txBody>
        </p:sp>
      </p:grpSp>
      <p:sp>
        <p:nvSpPr>
          <p:cNvPr id="27" name="object 27"/>
          <p:cNvSpPr txBox="1"/>
          <p:nvPr/>
        </p:nvSpPr>
        <p:spPr>
          <a:xfrm>
            <a:off x="7072278" y="2589506"/>
            <a:ext cx="722959" cy="150041"/>
          </a:xfrm>
          <a:prstGeom prst="rect">
            <a:avLst/>
          </a:prstGeom>
        </p:spPr>
        <p:txBody>
          <a:bodyPr vert="horz" wrap="square" lIns="0" tIns="11430" rIns="0" bIns="0" rtlCol="0">
            <a:spAutoFit/>
          </a:bodyPr>
          <a:lstStyle/>
          <a:p>
            <a:pPr marL="12700">
              <a:lnSpc>
                <a:spcPct val="100000"/>
              </a:lnSpc>
              <a:spcBef>
                <a:spcPts val="90"/>
              </a:spcBef>
            </a:pPr>
            <a:r>
              <a:rPr sz="900" spc="-5" dirty="0">
                <a:latin typeface="Cambria" pitchFamily="18" charset="0"/>
                <a:ea typeface="Cambria" pitchFamily="18" charset="0"/>
                <a:cs typeface="Arial"/>
              </a:rPr>
              <a:t>mes</a:t>
            </a:r>
            <a:r>
              <a:rPr sz="900" spc="-10" dirty="0">
                <a:latin typeface="Cambria" pitchFamily="18" charset="0"/>
                <a:ea typeface="Cambria" pitchFamily="18" charset="0"/>
                <a:cs typeface="Arial"/>
              </a:rPr>
              <a:t>s</a:t>
            </a:r>
            <a:r>
              <a:rPr sz="900" spc="-5" dirty="0">
                <a:latin typeface="Cambria" pitchFamily="18" charset="0"/>
                <a:ea typeface="Cambria" pitchFamily="18" charset="0"/>
                <a:cs typeface="Arial"/>
              </a:rPr>
              <a:t>ag</a:t>
            </a:r>
            <a:r>
              <a:rPr sz="900" spc="-10" dirty="0">
                <a:latin typeface="Cambria" pitchFamily="18" charset="0"/>
                <a:ea typeface="Cambria" pitchFamily="18" charset="0"/>
                <a:cs typeface="Arial"/>
              </a:rPr>
              <a:t>e</a:t>
            </a:r>
            <a:r>
              <a:rPr sz="900" spc="-5" dirty="0">
                <a:latin typeface="Cambria" pitchFamily="18" charset="0"/>
                <a:ea typeface="Cambria" pitchFamily="18" charset="0"/>
                <a:cs typeface="Arial"/>
              </a:rPr>
              <a:t>s</a:t>
            </a:r>
            <a:endParaRPr sz="900">
              <a:latin typeface="Cambria" pitchFamily="18" charset="0"/>
              <a:ea typeface="Cambria" pitchFamily="18" charset="0"/>
              <a:cs typeface="Arial"/>
            </a:endParaRPr>
          </a:p>
        </p:txBody>
      </p:sp>
      <p:sp>
        <p:nvSpPr>
          <p:cNvPr id="28" name="object 28"/>
          <p:cNvSpPr txBox="1"/>
          <p:nvPr/>
        </p:nvSpPr>
        <p:spPr>
          <a:xfrm>
            <a:off x="4005269" y="2589506"/>
            <a:ext cx="722959" cy="150041"/>
          </a:xfrm>
          <a:prstGeom prst="rect">
            <a:avLst/>
          </a:prstGeom>
        </p:spPr>
        <p:txBody>
          <a:bodyPr vert="horz" wrap="square" lIns="0" tIns="11430" rIns="0" bIns="0" rtlCol="0">
            <a:spAutoFit/>
          </a:bodyPr>
          <a:lstStyle/>
          <a:p>
            <a:pPr marL="12700">
              <a:lnSpc>
                <a:spcPct val="100000"/>
              </a:lnSpc>
              <a:spcBef>
                <a:spcPts val="90"/>
              </a:spcBef>
            </a:pPr>
            <a:r>
              <a:rPr sz="900" spc="-5" dirty="0">
                <a:latin typeface="Cambria" pitchFamily="18" charset="0"/>
                <a:ea typeface="Cambria" pitchFamily="18" charset="0"/>
                <a:cs typeface="Arial"/>
              </a:rPr>
              <a:t>mes</a:t>
            </a:r>
            <a:r>
              <a:rPr sz="900" spc="-10" dirty="0">
                <a:latin typeface="Cambria" pitchFamily="18" charset="0"/>
                <a:ea typeface="Cambria" pitchFamily="18" charset="0"/>
                <a:cs typeface="Arial"/>
              </a:rPr>
              <a:t>s</a:t>
            </a:r>
            <a:r>
              <a:rPr sz="900" spc="-5" dirty="0">
                <a:latin typeface="Cambria" pitchFamily="18" charset="0"/>
                <a:ea typeface="Cambria" pitchFamily="18" charset="0"/>
                <a:cs typeface="Arial"/>
              </a:rPr>
              <a:t>ag</a:t>
            </a:r>
            <a:r>
              <a:rPr sz="900" spc="-10" dirty="0">
                <a:latin typeface="Cambria" pitchFamily="18" charset="0"/>
                <a:ea typeface="Cambria" pitchFamily="18" charset="0"/>
                <a:cs typeface="Arial"/>
              </a:rPr>
              <a:t>e</a:t>
            </a:r>
            <a:r>
              <a:rPr sz="900" spc="-5" dirty="0">
                <a:latin typeface="Cambria" pitchFamily="18" charset="0"/>
                <a:ea typeface="Cambria" pitchFamily="18" charset="0"/>
                <a:cs typeface="Arial"/>
              </a:rPr>
              <a:t>s</a:t>
            </a:r>
            <a:endParaRPr sz="900">
              <a:latin typeface="Cambria" pitchFamily="18" charset="0"/>
              <a:ea typeface="Cambria" pitchFamily="18" charset="0"/>
              <a:cs typeface="Arial"/>
            </a:endParaRPr>
          </a:p>
        </p:txBody>
      </p:sp>
      <p:sp>
        <p:nvSpPr>
          <p:cNvPr id="29" name="object 29"/>
          <p:cNvSpPr txBox="1"/>
          <p:nvPr/>
        </p:nvSpPr>
        <p:spPr>
          <a:xfrm>
            <a:off x="5417901" y="3855748"/>
            <a:ext cx="1129306" cy="889987"/>
          </a:xfrm>
          <a:prstGeom prst="rect">
            <a:avLst/>
          </a:prstGeom>
        </p:spPr>
        <p:txBody>
          <a:bodyPr vert="horz" wrap="square" lIns="0" tIns="12700" rIns="0" bIns="0" rtlCol="0">
            <a:spAutoFit/>
          </a:bodyPr>
          <a:lstStyle/>
          <a:p>
            <a:pPr marL="12700">
              <a:lnSpc>
                <a:spcPct val="100000"/>
              </a:lnSpc>
              <a:spcBef>
                <a:spcPts val="100"/>
              </a:spcBef>
            </a:pPr>
            <a:r>
              <a:rPr sz="1250" dirty="0">
                <a:latin typeface="Cambria" pitchFamily="18" charset="0"/>
                <a:ea typeface="Cambria" pitchFamily="18" charset="0"/>
                <a:cs typeface="Arial"/>
              </a:rPr>
              <a:t>mi</a:t>
            </a:r>
            <a:r>
              <a:rPr sz="1250" spc="-5" dirty="0">
                <a:latin typeface="Cambria" pitchFamily="18" charset="0"/>
                <a:ea typeface="Cambria" pitchFamily="18" charset="0"/>
                <a:cs typeface="Arial"/>
              </a:rPr>
              <a:t>c</a:t>
            </a:r>
            <a:r>
              <a:rPr sz="1250" dirty="0">
                <a:latin typeface="Cambria" pitchFamily="18" charset="0"/>
                <a:ea typeface="Cambria" pitchFamily="18" charset="0"/>
                <a:cs typeface="Arial"/>
              </a:rPr>
              <a:t>rokernel</a:t>
            </a:r>
            <a:endParaRPr sz="1250">
              <a:latin typeface="Cambria" pitchFamily="18" charset="0"/>
              <a:ea typeface="Cambria" pitchFamily="18" charset="0"/>
              <a:cs typeface="Arial"/>
            </a:endParaRPr>
          </a:p>
          <a:p>
            <a:pPr>
              <a:lnSpc>
                <a:spcPct val="100000"/>
              </a:lnSpc>
            </a:pPr>
            <a:endParaRPr sz="1400">
              <a:latin typeface="Cambria" pitchFamily="18" charset="0"/>
              <a:ea typeface="Cambria" pitchFamily="18" charset="0"/>
              <a:cs typeface="Arial"/>
            </a:endParaRPr>
          </a:p>
          <a:p>
            <a:pPr>
              <a:lnSpc>
                <a:spcPct val="100000"/>
              </a:lnSpc>
              <a:spcBef>
                <a:spcPts val="25"/>
              </a:spcBef>
            </a:pPr>
            <a:endParaRPr sz="1800">
              <a:latin typeface="Cambria" pitchFamily="18" charset="0"/>
              <a:ea typeface="Cambria" pitchFamily="18" charset="0"/>
              <a:cs typeface="Arial"/>
            </a:endParaRPr>
          </a:p>
          <a:p>
            <a:pPr marL="92075">
              <a:lnSpc>
                <a:spcPct val="100000"/>
              </a:lnSpc>
              <a:spcBef>
                <a:spcPts val="5"/>
              </a:spcBef>
            </a:pPr>
            <a:r>
              <a:rPr sz="1250" dirty="0">
                <a:latin typeface="Cambria" pitchFamily="18" charset="0"/>
                <a:ea typeface="Cambria" pitchFamily="18" charset="0"/>
                <a:cs typeface="Arial"/>
              </a:rPr>
              <a:t>hardware</a:t>
            </a:r>
            <a:endParaRPr sz="1250">
              <a:latin typeface="Cambria" pitchFamily="18" charset="0"/>
              <a:ea typeface="Cambria" pitchFamily="18" charset="0"/>
              <a:cs typeface="Arial"/>
            </a:endParaRPr>
          </a:p>
        </p:txBody>
      </p:sp>
      <p:sp>
        <p:nvSpPr>
          <p:cNvPr id="30" name="object 30"/>
          <p:cNvSpPr/>
          <p:nvPr/>
        </p:nvSpPr>
        <p:spPr>
          <a:xfrm>
            <a:off x="3468751" y="3902100"/>
            <a:ext cx="4801668" cy="689610"/>
          </a:xfrm>
          <a:custGeom>
            <a:avLst/>
            <a:gdLst/>
            <a:ahLst/>
            <a:cxnLst/>
            <a:rect l="l" t="t" r="r" b="b"/>
            <a:pathLst>
              <a:path w="3601720" h="689610">
                <a:moveTo>
                  <a:pt x="83616" y="112801"/>
                </a:moveTo>
                <a:lnTo>
                  <a:pt x="41656" y="40538"/>
                </a:lnTo>
                <a:lnTo>
                  <a:pt x="0" y="112801"/>
                </a:lnTo>
                <a:lnTo>
                  <a:pt x="36690" y="112801"/>
                </a:lnTo>
                <a:lnTo>
                  <a:pt x="36690" y="351955"/>
                </a:lnTo>
                <a:lnTo>
                  <a:pt x="36690" y="616673"/>
                </a:lnTo>
                <a:lnTo>
                  <a:pt x="0" y="616673"/>
                </a:lnTo>
                <a:lnTo>
                  <a:pt x="41871" y="689165"/>
                </a:lnTo>
                <a:lnTo>
                  <a:pt x="83616" y="616673"/>
                </a:lnTo>
                <a:lnTo>
                  <a:pt x="46926" y="616673"/>
                </a:lnTo>
                <a:lnTo>
                  <a:pt x="46926" y="351955"/>
                </a:lnTo>
                <a:lnTo>
                  <a:pt x="46926" y="112801"/>
                </a:lnTo>
                <a:lnTo>
                  <a:pt x="83616" y="112801"/>
                </a:lnTo>
                <a:close/>
              </a:path>
              <a:path w="3601720" h="689610">
                <a:moveTo>
                  <a:pt x="3601605" y="72504"/>
                </a:moveTo>
                <a:lnTo>
                  <a:pt x="3559899" y="0"/>
                </a:lnTo>
                <a:lnTo>
                  <a:pt x="3518179" y="72504"/>
                </a:lnTo>
                <a:lnTo>
                  <a:pt x="3554933" y="72504"/>
                </a:lnTo>
                <a:lnTo>
                  <a:pt x="3554933" y="311670"/>
                </a:lnTo>
                <a:lnTo>
                  <a:pt x="3554933" y="576122"/>
                </a:lnTo>
                <a:lnTo>
                  <a:pt x="3518179" y="576122"/>
                </a:lnTo>
                <a:lnTo>
                  <a:pt x="3559899" y="648639"/>
                </a:lnTo>
                <a:lnTo>
                  <a:pt x="3601605" y="576122"/>
                </a:lnTo>
                <a:lnTo>
                  <a:pt x="3564852" y="576122"/>
                </a:lnTo>
                <a:lnTo>
                  <a:pt x="3564852" y="311670"/>
                </a:lnTo>
                <a:lnTo>
                  <a:pt x="3564852" y="72504"/>
                </a:lnTo>
                <a:lnTo>
                  <a:pt x="3601605" y="72504"/>
                </a:lnTo>
                <a:close/>
              </a:path>
            </a:pathLst>
          </a:custGeom>
          <a:solidFill>
            <a:srgbClr val="000000"/>
          </a:solidFill>
        </p:spPr>
        <p:txBody>
          <a:bodyPr wrap="square" lIns="0" tIns="0" rIns="0" bIns="0" rtlCol="0"/>
          <a:lstStyle/>
          <a:p>
            <a:endParaRPr>
              <a:latin typeface="Cambria" pitchFamily="18" charset="0"/>
              <a:ea typeface="Cambria" pitchFamily="18" charset="0"/>
            </a:endParaRPr>
          </a:p>
        </p:txBody>
      </p:sp>
      <p:sp>
        <p:nvSpPr>
          <p:cNvPr id="31" name="object 31"/>
          <p:cNvSpPr/>
          <p:nvPr/>
        </p:nvSpPr>
        <p:spPr>
          <a:xfrm>
            <a:off x="10600556" y="1288947"/>
            <a:ext cx="178623" cy="810895"/>
          </a:xfrm>
          <a:custGeom>
            <a:avLst/>
            <a:gdLst/>
            <a:ahLst/>
            <a:cxnLst/>
            <a:rect l="l" t="t" r="r" b="b"/>
            <a:pathLst>
              <a:path w="133984" h="810894">
                <a:moveTo>
                  <a:pt x="0" y="0"/>
                </a:moveTo>
                <a:lnTo>
                  <a:pt x="133420" y="0"/>
                </a:lnTo>
                <a:lnTo>
                  <a:pt x="133420" y="810785"/>
                </a:lnTo>
                <a:lnTo>
                  <a:pt x="0" y="810785"/>
                </a:lnTo>
              </a:path>
            </a:pathLst>
          </a:custGeom>
          <a:ln w="12617">
            <a:solidFill>
              <a:srgbClr val="000000"/>
            </a:solidFill>
          </a:ln>
        </p:spPr>
        <p:txBody>
          <a:bodyPr wrap="square" lIns="0" tIns="0" rIns="0" bIns="0" rtlCol="0"/>
          <a:lstStyle/>
          <a:p>
            <a:endParaRPr>
              <a:latin typeface="Cambria" pitchFamily="18" charset="0"/>
              <a:ea typeface="Cambria" pitchFamily="18" charset="0"/>
            </a:endParaRPr>
          </a:p>
        </p:txBody>
      </p:sp>
      <p:sp>
        <p:nvSpPr>
          <p:cNvPr id="32" name="object 32"/>
          <p:cNvSpPr/>
          <p:nvPr/>
        </p:nvSpPr>
        <p:spPr>
          <a:xfrm>
            <a:off x="10587809" y="2608588"/>
            <a:ext cx="178623" cy="1464310"/>
          </a:xfrm>
          <a:custGeom>
            <a:avLst/>
            <a:gdLst/>
            <a:ahLst/>
            <a:cxnLst/>
            <a:rect l="l" t="t" r="r" b="b"/>
            <a:pathLst>
              <a:path w="133984" h="1464310">
                <a:moveTo>
                  <a:pt x="0" y="0"/>
                </a:moveTo>
                <a:lnTo>
                  <a:pt x="133452" y="0"/>
                </a:lnTo>
                <a:lnTo>
                  <a:pt x="133452" y="1464193"/>
                </a:lnTo>
                <a:lnTo>
                  <a:pt x="0" y="1464193"/>
                </a:lnTo>
              </a:path>
            </a:pathLst>
          </a:custGeom>
          <a:ln w="12617">
            <a:solidFill>
              <a:srgbClr val="000000"/>
            </a:solidFill>
          </a:ln>
        </p:spPr>
        <p:txBody>
          <a:bodyPr wrap="square" lIns="0" tIns="0" rIns="0" bIns="0" rtlCol="0"/>
          <a:lstStyle/>
          <a:p>
            <a:endParaRPr>
              <a:latin typeface="Cambria" pitchFamily="18" charset="0"/>
              <a:ea typeface="Cambria" pitchFamily="18" charset="0"/>
            </a:endParaRPr>
          </a:p>
        </p:txBody>
      </p:sp>
      <p:sp>
        <p:nvSpPr>
          <p:cNvPr id="33" name="object 33"/>
          <p:cNvSpPr txBox="1"/>
          <p:nvPr/>
        </p:nvSpPr>
        <p:spPr>
          <a:xfrm>
            <a:off x="10838023" y="1466974"/>
            <a:ext cx="564653" cy="407670"/>
          </a:xfrm>
          <a:prstGeom prst="rect">
            <a:avLst/>
          </a:prstGeom>
        </p:spPr>
        <p:txBody>
          <a:bodyPr vert="horz" wrap="square" lIns="0" tIns="12700" rIns="0" bIns="0" rtlCol="0">
            <a:spAutoFit/>
          </a:bodyPr>
          <a:lstStyle/>
          <a:p>
            <a:pPr marL="12700" marR="5080">
              <a:lnSpc>
                <a:spcPct val="100000"/>
              </a:lnSpc>
              <a:spcBef>
                <a:spcPts val="100"/>
              </a:spcBef>
            </a:pPr>
            <a:r>
              <a:rPr sz="1250" dirty="0">
                <a:latin typeface="Cambria" pitchFamily="18" charset="0"/>
                <a:ea typeface="Cambria" pitchFamily="18" charset="0"/>
                <a:cs typeface="Arial"/>
              </a:rPr>
              <a:t>user  mode</a:t>
            </a:r>
            <a:endParaRPr sz="1250">
              <a:latin typeface="Cambria" pitchFamily="18" charset="0"/>
              <a:ea typeface="Cambria" pitchFamily="18" charset="0"/>
              <a:cs typeface="Arial"/>
            </a:endParaRPr>
          </a:p>
        </p:txBody>
      </p:sp>
      <p:sp>
        <p:nvSpPr>
          <p:cNvPr id="34" name="object 34"/>
          <p:cNvSpPr txBox="1"/>
          <p:nvPr/>
        </p:nvSpPr>
        <p:spPr>
          <a:xfrm>
            <a:off x="10867579" y="3089976"/>
            <a:ext cx="612060" cy="407670"/>
          </a:xfrm>
          <a:prstGeom prst="rect">
            <a:avLst/>
          </a:prstGeom>
        </p:spPr>
        <p:txBody>
          <a:bodyPr vert="horz" wrap="square" lIns="0" tIns="12700" rIns="0" bIns="0" rtlCol="0">
            <a:spAutoFit/>
          </a:bodyPr>
          <a:lstStyle/>
          <a:p>
            <a:pPr marL="12700" marR="5080">
              <a:lnSpc>
                <a:spcPct val="100000"/>
              </a:lnSpc>
              <a:spcBef>
                <a:spcPts val="100"/>
              </a:spcBef>
            </a:pPr>
            <a:r>
              <a:rPr sz="1250" dirty="0">
                <a:latin typeface="Cambria" pitchFamily="18" charset="0"/>
                <a:ea typeface="Cambria" pitchFamily="18" charset="0"/>
                <a:cs typeface="Arial"/>
              </a:rPr>
              <a:t>kernel  mode</a:t>
            </a:r>
            <a:endParaRPr sz="1250">
              <a:latin typeface="Cambria" pitchFamily="18" charset="0"/>
              <a:ea typeface="Cambria" pitchFamily="18" charset="0"/>
              <a:cs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43270" y="152404"/>
            <a:ext cx="5761461" cy="695325"/>
          </a:xfrm>
          <a:prstGeom prst="rect">
            <a:avLst/>
          </a:prstGeom>
        </p:spPr>
        <p:txBody>
          <a:bodyPr vert="horz" wrap="square" lIns="0" tIns="12065" rIns="0" bIns="0" rtlCol="0">
            <a:spAutoFit/>
          </a:bodyPr>
          <a:lstStyle/>
          <a:p>
            <a:pPr marL="12700">
              <a:lnSpc>
                <a:spcPct val="100000"/>
              </a:lnSpc>
              <a:spcBef>
                <a:spcPts val="95"/>
              </a:spcBef>
            </a:pPr>
            <a:r>
              <a:rPr sz="4400" spc="-10" dirty="0">
                <a:latin typeface="Cambria" pitchFamily="18" charset="0"/>
                <a:ea typeface="Cambria" pitchFamily="18" charset="0"/>
                <a:cs typeface="Caladea"/>
              </a:rPr>
              <a:t>Modu</a:t>
            </a:r>
            <a:r>
              <a:rPr sz="4400" dirty="0">
                <a:latin typeface="Cambria" pitchFamily="18" charset="0"/>
                <a:ea typeface="Cambria" pitchFamily="18" charset="0"/>
                <a:cs typeface="Caladea"/>
              </a:rPr>
              <a:t>l</a:t>
            </a:r>
            <a:r>
              <a:rPr sz="4400" spc="-5" dirty="0">
                <a:latin typeface="Cambria" pitchFamily="18" charset="0"/>
                <a:ea typeface="Cambria" pitchFamily="18" charset="0"/>
                <a:cs typeface="Caladea"/>
              </a:rPr>
              <a:t>es</a:t>
            </a:r>
            <a:endParaRPr sz="4400" dirty="0">
              <a:latin typeface="Cambria" pitchFamily="18" charset="0"/>
              <a:ea typeface="Cambria" pitchFamily="18" charset="0"/>
              <a:cs typeface="Caladea"/>
            </a:endParaRPr>
          </a:p>
        </p:txBody>
      </p:sp>
      <p:sp>
        <p:nvSpPr>
          <p:cNvPr id="3" name="object 3"/>
          <p:cNvSpPr txBox="1"/>
          <p:nvPr/>
        </p:nvSpPr>
        <p:spPr>
          <a:xfrm>
            <a:off x="711107" y="1176665"/>
            <a:ext cx="10565025" cy="3319497"/>
          </a:xfrm>
          <a:prstGeom prst="rect">
            <a:avLst/>
          </a:prstGeom>
          <a:ln>
            <a:solidFill>
              <a:schemeClr val="accent1"/>
            </a:solidFill>
          </a:ln>
        </p:spPr>
        <p:txBody>
          <a:bodyPr vert="horz" wrap="square" lIns="0" tIns="61594" rIns="0" bIns="0" rtlCol="0">
            <a:spAutoFit/>
          </a:bodyPr>
          <a:lstStyle/>
          <a:p>
            <a:pPr marL="241300" marR="678815" indent="-228600">
              <a:lnSpc>
                <a:spcPts val="3030"/>
              </a:lnSpc>
              <a:spcBef>
                <a:spcPts val="484"/>
              </a:spcBef>
              <a:buFont typeface="Arial"/>
              <a:buChar char="•"/>
              <a:tabLst>
                <a:tab pos="241300" algn="l"/>
              </a:tabLst>
            </a:pPr>
            <a:r>
              <a:rPr sz="2800" spc="-15" dirty="0">
                <a:latin typeface="Cambria" pitchFamily="18" charset="0"/>
                <a:ea typeface="Cambria" pitchFamily="18" charset="0"/>
                <a:cs typeface="Caladea"/>
              </a:rPr>
              <a:t>Many </a:t>
            </a:r>
            <a:r>
              <a:rPr sz="2800" spc="-5" dirty="0">
                <a:latin typeface="Cambria" pitchFamily="18" charset="0"/>
                <a:ea typeface="Cambria" pitchFamily="18" charset="0"/>
                <a:cs typeface="Caladea"/>
              </a:rPr>
              <a:t>modern operating </a:t>
            </a:r>
            <a:r>
              <a:rPr sz="2800" spc="-15" dirty="0">
                <a:latin typeface="Cambria" pitchFamily="18" charset="0"/>
                <a:ea typeface="Cambria" pitchFamily="18" charset="0"/>
                <a:cs typeface="Caladea"/>
              </a:rPr>
              <a:t>systems  </a:t>
            </a:r>
            <a:r>
              <a:rPr sz="2800" spc="-5" dirty="0">
                <a:latin typeface="Cambria" pitchFamily="18" charset="0"/>
                <a:ea typeface="Cambria" pitchFamily="18" charset="0"/>
                <a:cs typeface="Caladea"/>
              </a:rPr>
              <a:t>implement </a:t>
            </a:r>
            <a:r>
              <a:rPr sz="2800" b="1" dirty="0">
                <a:solidFill>
                  <a:srgbClr val="3366FF"/>
                </a:solidFill>
                <a:latin typeface="Cambria" pitchFamily="18" charset="0"/>
                <a:ea typeface="Cambria" pitchFamily="18" charset="0"/>
                <a:cs typeface="Caladea"/>
              </a:rPr>
              <a:t>loadable </a:t>
            </a:r>
            <a:r>
              <a:rPr sz="2800" b="1" spc="-5" dirty="0">
                <a:solidFill>
                  <a:srgbClr val="3366FF"/>
                </a:solidFill>
                <a:latin typeface="Cambria" pitchFamily="18" charset="0"/>
                <a:ea typeface="Cambria" pitchFamily="18" charset="0"/>
                <a:cs typeface="Caladea"/>
              </a:rPr>
              <a:t>kernel</a:t>
            </a:r>
            <a:r>
              <a:rPr sz="2800" b="1" spc="-90" dirty="0">
                <a:solidFill>
                  <a:srgbClr val="3366FF"/>
                </a:solidFill>
                <a:latin typeface="Cambria" pitchFamily="18" charset="0"/>
                <a:ea typeface="Cambria" pitchFamily="18" charset="0"/>
                <a:cs typeface="Caladea"/>
              </a:rPr>
              <a:t> </a:t>
            </a:r>
            <a:r>
              <a:rPr sz="2800" b="1" dirty="0">
                <a:solidFill>
                  <a:srgbClr val="3366FF"/>
                </a:solidFill>
                <a:latin typeface="Cambria" pitchFamily="18" charset="0"/>
                <a:ea typeface="Cambria" pitchFamily="18" charset="0"/>
                <a:cs typeface="Caladea"/>
              </a:rPr>
              <a:t>modules</a:t>
            </a:r>
            <a:endParaRPr sz="2800" dirty="0">
              <a:latin typeface="Cambria" pitchFamily="18" charset="0"/>
              <a:ea typeface="Cambria" pitchFamily="18" charset="0"/>
              <a:cs typeface="Caladea"/>
            </a:endParaRPr>
          </a:p>
          <a:p>
            <a:pPr marL="698500" lvl="1" indent="-229235">
              <a:lnSpc>
                <a:spcPct val="100000"/>
              </a:lnSpc>
              <a:spcBef>
                <a:spcPts val="180"/>
              </a:spcBef>
              <a:buFont typeface="Arial"/>
              <a:buChar char="•"/>
              <a:tabLst>
                <a:tab pos="699135" algn="l"/>
              </a:tabLst>
            </a:pPr>
            <a:r>
              <a:rPr sz="2400" dirty="0">
                <a:latin typeface="Cambria" pitchFamily="18" charset="0"/>
                <a:ea typeface="Cambria" pitchFamily="18" charset="0"/>
                <a:cs typeface="Caladea"/>
              </a:rPr>
              <a:t>Uses </a:t>
            </a:r>
            <a:r>
              <a:rPr sz="2400" spc="-5" dirty="0">
                <a:latin typeface="Cambria" pitchFamily="18" charset="0"/>
                <a:ea typeface="Cambria" pitchFamily="18" charset="0"/>
                <a:cs typeface="Caladea"/>
              </a:rPr>
              <a:t>object-oriented</a:t>
            </a:r>
            <a:r>
              <a:rPr sz="2400" spc="-15" dirty="0">
                <a:latin typeface="Cambria" pitchFamily="18" charset="0"/>
                <a:ea typeface="Cambria" pitchFamily="18" charset="0"/>
                <a:cs typeface="Caladea"/>
              </a:rPr>
              <a:t> </a:t>
            </a:r>
            <a:r>
              <a:rPr sz="2400" spc="-5" dirty="0">
                <a:latin typeface="Cambria" pitchFamily="18" charset="0"/>
                <a:ea typeface="Cambria" pitchFamily="18" charset="0"/>
                <a:cs typeface="Caladea"/>
              </a:rPr>
              <a:t>approach</a:t>
            </a:r>
            <a:endParaRPr sz="2400" dirty="0">
              <a:latin typeface="Cambria" pitchFamily="18" charset="0"/>
              <a:ea typeface="Cambria" pitchFamily="18" charset="0"/>
              <a:cs typeface="Caladea"/>
            </a:endParaRPr>
          </a:p>
          <a:p>
            <a:pPr marL="698500" lvl="1" indent="-229235">
              <a:lnSpc>
                <a:spcPct val="100000"/>
              </a:lnSpc>
              <a:spcBef>
                <a:spcPts val="220"/>
              </a:spcBef>
              <a:buFont typeface="Arial"/>
              <a:buChar char="•"/>
              <a:tabLst>
                <a:tab pos="699135" algn="l"/>
              </a:tabLst>
            </a:pPr>
            <a:r>
              <a:rPr sz="2400" spc="-5" dirty="0">
                <a:latin typeface="Cambria" pitchFamily="18" charset="0"/>
                <a:ea typeface="Cambria" pitchFamily="18" charset="0"/>
                <a:cs typeface="Caladea"/>
              </a:rPr>
              <a:t>Each </a:t>
            </a:r>
            <a:r>
              <a:rPr sz="2400" spc="-15" dirty="0">
                <a:latin typeface="Cambria" pitchFamily="18" charset="0"/>
                <a:ea typeface="Cambria" pitchFamily="18" charset="0"/>
                <a:cs typeface="Caladea"/>
              </a:rPr>
              <a:t>core </a:t>
            </a:r>
            <a:r>
              <a:rPr sz="2400" dirty="0">
                <a:latin typeface="Cambria" pitchFamily="18" charset="0"/>
                <a:ea typeface="Cambria" pitchFamily="18" charset="0"/>
                <a:cs typeface="Caladea"/>
              </a:rPr>
              <a:t>component </a:t>
            </a:r>
            <a:r>
              <a:rPr sz="2400" spc="-5" dirty="0">
                <a:latin typeface="Cambria" pitchFamily="18" charset="0"/>
                <a:ea typeface="Cambria" pitchFamily="18" charset="0"/>
                <a:cs typeface="Caladea"/>
              </a:rPr>
              <a:t>is</a:t>
            </a:r>
            <a:r>
              <a:rPr sz="2400" spc="-15" dirty="0">
                <a:latin typeface="Cambria" pitchFamily="18" charset="0"/>
                <a:ea typeface="Cambria" pitchFamily="18" charset="0"/>
                <a:cs typeface="Caladea"/>
              </a:rPr>
              <a:t> </a:t>
            </a:r>
            <a:r>
              <a:rPr sz="2400" spc="-10" dirty="0">
                <a:latin typeface="Cambria" pitchFamily="18" charset="0"/>
                <a:ea typeface="Cambria" pitchFamily="18" charset="0"/>
                <a:cs typeface="Caladea"/>
              </a:rPr>
              <a:t>separate</a:t>
            </a:r>
            <a:endParaRPr sz="2400" dirty="0">
              <a:latin typeface="Cambria" pitchFamily="18" charset="0"/>
              <a:ea typeface="Cambria" pitchFamily="18" charset="0"/>
              <a:cs typeface="Caladea"/>
            </a:endParaRPr>
          </a:p>
          <a:p>
            <a:pPr marL="698500" lvl="1" indent="-229235">
              <a:lnSpc>
                <a:spcPct val="100000"/>
              </a:lnSpc>
              <a:spcBef>
                <a:spcPts val="215"/>
              </a:spcBef>
              <a:buFont typeface="Arial"/>
              <a:buChar char="•"/>
              <a:tabLst>
                <a:tab pos="699135" algn="l"/>
              </a:tabLst>
            </a:pPr>
            <a:r>
              <a:rPr sz="2400" dirty="0">
                <a:latin typeface="Cambria" pitchFamily="18" charset="0"/>
                <a:ea typeface="Cambria" pitchFamily="18" charset="0"/>
                <a:cs typeface="Caladea"/>
              </a:rPr>
              <a:t>Each </a:t>
            </a:r>
            <a:r>
              <a:rPr sz="2400" spc="-10" dirty="0">
                <a:latin typeface="Cambria" pitchFamily="18" charset="0"/>
                <a:ea typeface="Cambria" pitchFamily="18" charset="0"/>
                <a:cs typeface="Caladea"/>
              </a:rPr>
              <a:t>talks </a:t>
            </a:r>
            <a:r>
              <a:rPr sz="2400" spc="-15" dirty="0">
                <a:latin typeface="Cambria" pitchFamily="18" charset="0"/>
                <a:ea typeface="Cambria" pitchFamily="18" charset="0"/>
                <a:cs typeface="Caladea"/>
              </a:rPr>
              <a:t>to </a:t>
            </a:r>
            <a:r>
              <a:rPr sz="2400" spc="-5" dirty="0">
                <a:latin typeface="Cambria" pitchFamily="18" charset="0"/>
                <a:ea typeface="Cambria" pitchFamily="18" charset="0"/>
                <a:cs typeface="Caladea"/>
              </a:rPr>
              <a:t>the others </a:t>
            </a:r>
            <a:r>
              <a:rPr sz="2400" spc="-25" dirty="0">
                <a:latin typeface="Cambria" pitchFamily="18" charset="0"/>
                <a:ea typeface="Cambria" pitchFamily="18" charset="0"/>
                <a:cs typeface="Caladea"/>
              </a:rPr>
              <a:t>over </a:t>
            </a:r>
            <a:r>
              <a:rPr sz="2400" spc="-10" dirty="0">
                <a:latin typeface="Cambria" pitchFamily="18" charset="0"/>
                <a:ea typeface="Cambria" pitchFamily="18" charset="0"/>
                <a:cs typeface="Caladea"/>
              </a:rPr>
              <a:t>known</a:t>
            </a:r>
            <a:r>
              <a:rPr sz="2400" spc="55" dirty="0">
                <a:latin typeface="Cambria" pitchFamily="18" charset="0"/>
                <a:ea typeface="Cambria" pitchFamily="18" charset="0"/>
                <a:cs typeface="Caladea"/>
              </a:rPr>
              <a:t> </a:t>
            </a:r>
            <a:r>
              <a:rPr sz="2400" spc="-10" dirty="0">
                <a:latin typeface="Cambria" pitchFamily="18" charset="0"/>
                <a:ea typeface="Cambria" pitchFamily="18" charset="0"/>
                <a:cs typeface="Caladea"/>
              </a:rPr>
              <a:t>interfaces</a:t>
            </a:r>
            <a:endParaRPr sz="2400" dirty="0">
              <a:latin typeface="Cambria" pitchFamily="18" charset="0"/>
              <a:ea typeface="Cambria" pitchFamily="18" charset="0"/>
              <a:cs typeface="Caladea"/>
            </a:endParaRPr>
          </a:p>
          <a:p>
            <a:pPr marL="698500" lvl="1" indent="-229235">
              <a:lnSpc>
                <a:spcPct val="100000"/>
              </a:lnSpc>
              <a:spcBef>
                <a:spcPts val="220"/>
              </a:spcBef>
              <a:buFont typeface="Arial"/>
              <a:buChar char="•"/>
              <a:tabLst>
                <a:tab pos="699135" algn="l"/>
              </a:tabLst>
            </a:pPr>
            <a:r>
              <a:rPr sz="2400" spc="-5" dirty="0">
                <a:latin typeface="Cambria" pitchFamily="18" charset="0"/>
                <a:ea typeface="Cambria" pitchFamily="18" charset="0"/>
                <a:cs typeface="Caladea"/>
              </a:rPr>
              <a:t>Each is loadable as needed within the</a:t>
            </a:r>
            <a:r>
              <a:rPr sz="2400" spc="-10" dirty="0">
                <a:latin typeface="Cambria" pitchFamily="18" charset="0"/>
                <a:ea typeface="Cambria" pitchFamily="18" charset="0"/>
                <a:cs typeface="Caladea"/>
              </a:rPr>
              <a:t> kernel</a:t>
            </a:r>
            <a:endParaRPr sz="2400" dirty="0">
              <a:latin typeface="Cambria" pitchFamily="18" charset="0"/>
              <a:ea typeface="Cambria" pitchFamily="18" charset="0"/>
              <a:cs typeface="Caladea"/>
            </a:endParaRPr>
          </a:p>
          <a:p>
            <a:pPr marL="241300" marR="559435" indent="-228600">
              <a:lnSpc>
                <a:spcPts val="3020"/>
              </a:lnSpc>
              <a:spcBef>
                <a:spcPts val="1020"/>
              </a:spcBef>
              <a:buFont typeface="Arial"/>
              <a:buChar char="•"/>
              <a:tabLst>
                <a:tab pos="241300" algn="l"/>
              </a:tabLst>
            </a:pPr>
            <a:r>
              <a:rPr sz="2800" spc="-15" dirty="0">
                <a:latin typeface="Cambria" pitchFamily="18" charset="0"/>
                <a:ea typeface="Cambria" pitchFamily="18" charset="0"/>
                <a:cs typeface="Caladea"/>
              </a:rPr>
              <a:t>Overall, </a:t>
            </a:r>
            <a:r>
              <a:rPr sz="2800" dirty="0">
                <a:latin typeface="Cambria" pitchFamily="18" charset="0"/>
                <a:ea typeface="Cambria" pitchFamily="18" charset="0"/>
                <a:cs typeface="Caladea"/>
              </a:rPr>
              <a:t>similar </a:t>
            </a:r>
            <a:r>
              <a:rPr sz="2800" spc="-10" dirty="0">
                <a:latin typeface="Cambria" pitchFamily="18" charset="0"/>
                <a:ea typeface="Cambria" pitchFamily="18" charset="0"/>
                <a:cs typeface="Caladea"/>
              </a:rPr>
              <a:t>to </a:t>
            </a:r>
            <a:r>
              <a:rPr sz="2800" spc="-20" dirty="0">
                <a:latin typeface="Cambria" pitchFamily="18" charset="0"/>
                <a:ea typeface="Cambria" pitchFamily="18" charset="0"/>
                <a:cs typeface="Caladea"/>
              </a:rPr>
              <a:t>layers </a:t>
            </a:r>
            <a:r>
              <a:rPr sz="2800" dirty="0">
                <a:latin typeface="Cambria" pitchFamily="18" charset="0"/>
                <a:ea typeface="Cambria" pitchFamily="18" charset="0"/>
                <a:cs typeface="Caladea"/>
              </a:rPr>
              <a:t>but </a:t>
            </a:r>
            <a:r>
              <a:rPr sz="2800" spc="5" dirty="0">
                <a:latin typeface="Cambria" pitchFamily="18" charset="0"/>
                <a:ea typeface="Cambria" pitchFamily="18" charset="0"/>
                <a:cs typeface="Caladea"/>
              </a:rPr>
              <a:t>with</a:t>
            </a:r>
            <a:r>
              <a:rPr sz="2800" spc="-150" dirty="0">
                <a:latin typeface="Cambria" pitchFamily="18" charset="0"/>
                <a:ea typeface="Cambria" pitchFamily="18" charset="0"/>
                <a:cs typeface="Caladea"/>
              </a:rPr>
              <a:t> </a:t>
            </a:r>
            <a:r>
              <a:rPr sz="2800" spc="-20" dirty="0">
                <a:latin typeface="Cambria" pitchFamily="18" charset="0"/>
                <a:ea typeface="Cambria" pitchFamily="18" charset="0"/>
                <a:cs typeface="Caladea"/>
              </a:rPr>
              <a:t>more  </a:t>
            </a:r>
            <a:r>
              <a:rPr sz="2800" spc="-5" dirty="0">
                <a:latin typeface="Cambria" pitchFamily="18" charset="0"/>
                <a:ea typeface="Cambria" pitchFamily="18" charset="0"/>
                <a:cs typeface="Caladea"/>
              </a:rPr>
              <a:t>flexible</a:t>
            </a:r>
            <a:endParaRPr sz="2800" dirty="0">
              <a:latin typeface="Cambria" pitchFamily="18" charset="0"/>
              <a:ea typeface="Cambria" pitchFamily="18" charset="0"/>
              <a:cs typeface="Caladea"/>
            </a:endParaRPr>
          </a:p>
          <a:p>
            <a:pPr marL="698500" lvl="1" indent="-229235">
              <a:lnSpc>
                <a:spcPct val="100000"/>
              </a:lnSpc>
              <a:spcBef>
                <a:spcPts val="195"/>
              </a:spcBef>
              <a:buFont typeface="Arial"/>
              <a:buChar char="•"/>
              <a:tabLst>
                <a:tab pos="699135" algn="l"/>
              </a:tabLst>
            </a:pPr>
            <a:r>
              <a:rPr sz="2400" spc="-5" dirty="0">
                <a:latin typeface="Cambria" pitchFamily="18" charset="0"/>
                <a:ea typeface="Cambria" pitchFamily="18" charset="0"/>
                <a:cs typeface="Caladea"/>
              </a:rPr>
              <a:t>Linux, Solaris,</a:t>
            </a:r>
            <a:r>
              <a:rPr sz="2400" spc="-25" dirty="0">
                <a:latin typeface="Cambria" pitchFamily="18" charset="0"/>
                <a:ea typeface="Cambria" pitchFamily="18" charset="0"/>
                <a:cs typeface="Caladea"/>
              </a:rPr>
              <a:t> </a:t>
            </a:r>
            <a:r>
              <a:rPr sz="2400" spc="-5" dirty="0">
                <a:latin typeface="Cambria" pitchFamily="18" charset="0"/>
                <a:ea typeface="Cambria" pitchFamily="18" charset="0"/>
                <a:cs typeface="Caladea"/>
              </a:rPr>
              <a:t>etc</a:t>
            </a:r>
            <a:endParaRPr sz="2400" dirty="0">
              <a:latin typeface="Cambria" pitchFamily="18" charset="0"/>
              <a:ea typeface="Cambria" pitchFamily="18" charset="0"/>
              <a:cs typeface="Calade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3270" y="304811"/>
            <a:ext cx="9723345" cy="695325"/>
          </a:xfrm>
          <a:prstGeom prst="rect">
            <a:avLst/>
          </a:prstGeom>
        </p:spPr>
        <p:txBody>
          <a:bodyPr vert="horz" wrap="square" lIns="0" tIns="12065" rIns="0" bIns="0" rtlCol="0">
            <a:spAutoFit/>
          </a:bodyPr>
          <a:lstStyle/>
          <a:p>
            <a:pPr marL="12700">
              <a:lnSpc>
                <a:spcPct val="100000"/>
              </a:lnSpc>
              <a:spcBef>
                <a:spcPts val="95"/>
              </a:spcBef>
            </a:pPr>
            <a:r>
              <a:rPr sz="4400" spc="-10" dirty="0">
                <a:latin typeface="Cambria" pitchFamily="18" charset="0"/>
                <a:ea typeface="Cambria" pitchFamily="18" charset="0"/>
                <a:cs typeface="Caladea"/>
              </a:rPr>
              <a:t>Solaris Modular</a:t>
            </a:r>
            <a:r>
              <a:rPr sz="4400" spc="50" dirty="0">
                <a:latin typeface="Cambria" pitchFamily="18" charset="0"/>
                <a:ea typeface="Cambria" pitchFamily="18" charset="0"/>
                <a:cs typeface="Caladea"/>
              </a:rPr>
              <a:t> </a:t>
            </a:r>
            <a:r>
              <a:rPr sz="4400" spc="-15" dirty="0">
                <a:latin typeface="Cambria" pitchFamily="18" charset="0"/>
                <a:ea typeface="Cambria" pitchFamily="18" charset="0"/>
                <a:cs typeface="Caladea"/>
              </a:rPr>
              <a:t>Approach</a:t>
            </a:r>
            <a:endParaRPr sz="4400" dirty="0">
              <a:latin typeface="Cambria" pitchFamily="18" charset="0"/>
              <a:ea typeface="Cambria" pitchFamily="18" charset="0"/>
              <a:cs typeface="Caladea"/>
            </a:endParaRPr>
          </a:p>
        </p:txBody>
      </p:sp>
      <p:sp>
        <p:nvSpPr>
          <p:cNvPr id="3" name="object 3"/>
          <p:cNvSpPr/>
          <p:nvPr/>
        </p:nvSpPr>
        <p:spPr>
          <a:xfrm>
            <a:off x="1682283" y="1301495"/>
            <a:ext cx="9272839" cy="3749040"/>
          </a:xfrm>
          <a:prstGeom prst="rect">
            <a:avLst/>
          </a:prstGeom>
          <a:blipFill>
            <a:blip r:embed="rId2" cstate="print"/>
            <a:stretch>
              <a:fillRect/>
            </a:stretch>
          </a:blipFill>
        </p:spPr>
        <p:txBody>
          <a:bodyPr wrap="square" lIns="0" tIns="0" rIns="0" bIns="0" rtlCol="0"/>
          <a:lstStyle/>
          <a:p>
            <a:endParaRPr>
              <a:latin typeface="Cambria" pitchFamily="18" charset="0"/>
              <a:ea typeface="Cambria"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140" y="304800"/>
            <a:ext cx="2819033" cy="838200"/>
          </a:xfrm>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0" cap="none" spc="0" normalizeH="0" baseline="0" noProof="0" dirty="0" smtClean="0">
                <a:ln>
                  <a:noFill/>
                </a:ln>
                <a:solidFill>
                  <a:srgbClr val="FF0000"/>
                </a:solidFill>
                <a:effectLst/>
                <a:uLnTx/>
                <a:uFillTx/>
                <a:latin typeface="Cambria" pitchFamily="18" charset="0"/>
                <a:ea typeface="Cambria" pitchFamily="18" charset="0"/>
                <a:cs typeface="+mj-cs"/>
              </a:rPr>
              <a:t>Lecture 10</a:t>
            </a:r>
            <a:endParaRPr kumimoji="0" lang="en-US" sz="3200" b="1" i="0" u="none" strike="noStrike" kern="0" cap="none" spc="0" normalizeH="0" baseline="0" noProof="0" dirty="0">
              <a:ln>
                <a:noFill/>
              </a:ln>
              <a:solidFill>
                <a:srgbClr val="FF0000"/>
              </a:solidFill>
              <a:effectLst/>
              <a:uLnTx/>
              <a:uFillTx/>
              <a:latin typeface="Cambria" pitchFamily="18" charset="0"/>
              <a:ea typeface="Cambria" pitchFamily="18" charset="0"/>
              <a:cs typeface="+mj-cs"/>
            </a:endParaRPr>
          </a:p>
        </p:txBody>
      </p:sp>
      <p:sp>
        <p:nvSpPr>
          <p:cNvPr id="3" name="Rectangle 1"/>
          <p:cNvSpPr>
            <a:spLocks noChangeArrowheads="1"/>
          </p:cNvSpPr>
          <p:nvPr/>
        </p:nvSpPr>
        <p:spPr bwMode="auto">
          <a:xfrm>
            <a:off x="380165" y="1214422"/>
            <a:ext cx="11644395" cy="2062103"/>
          </a:xfrm>
          <a:prstGeom prst="rect">
            <a:avLst/>
          </a:prstGeom>
          <a:noFill/>
          <a:ln w="28575">
            <a:solidFill>
              <a:schemeClr val="accent5">
                <a:lumMod val="75000"/>
              </a:schemeClr>
            </a:solid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3200" b="1" dirty="0" smtClean="0">
                <a:latin typeface="Cambria" pitchFamily="18" charset="0"/>
                <a:ea typeface="Cambria" pitchFamily="18" charset="0"/>
                <a:cs typeface="Arial" pitchFamily="34" charset="0"/>
              </a:rPr>
              <a:t>Overview of OS design and implementation</a:t>
            </a:r>
          </a:p>
          <a:p>
            <a:pPr lvl="0" fontAlgn="base">
              <a:spcBef>
                <a:spcPct val="0"/>
              </a:spcBef>
              <a:spcAft>
                <a:spcPct val="0"/>
              </a:spcAft>
            </a:pPr>
            <a:endParaRPr lang="en-US" sz="3200" b="1" dirty="0" smtClean="0">
              <a:latin typeface="Cambria" pitchFamily="18" charset="0"/>
              <a:ea typeface="Cambria" pitchFamily="18" charset="0"/>
              <a:cs typeface="Arial" pitchFamily="34" charset="0"/>
            </a:endParaRP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LO1: List of the design policies of OS</a:t>
            </a:r>
          </a:p>
          <a:p>
            <a:pPr lvl="0" fontAlgn="base">
              <a:spcBef>
                <a:spcPct val="0"/>
              </a:spcBef>
              <a:spcAft>
                <a:spcPct val="0"/>
              </a:spcAft>
            </a:pPr>
            <a:r>
              <a:rPr lang="en-US" sz="3200" b="1" dirty="0" smtClean="0">
                <a:solidFill>
                  <a:srgbClr val="7030A0"/>
                </a:solidFill>
                <a:latin typeface="Cambria" pitchFamily="18" charset="0"/>
                <a:ea typeface="Cambria" pitchFamily="18" charset="0"/>
                <a:cs typeface="Arial" pitchFamily="34" charset="0"/>
              </a:rPr>
              <a:t>LO2: Explain the OS implementation</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43273" y="30617"/>
            <a:ext cx="9954657" cy="492443"/>
          </a:xfrm>
        </p:spPr>
        <p:txBody>
          <a:bodyPr/>
          <a:lstStyle/>
          <a:p>
            <a:r>
              <a:rPr lang="en-US" sz="3200" dirty="0">
                <a:latin typeface="Cambria" pitchFamily="18" charset="0"/>
                <a:ea typeface="Cambria" pitchFamily="18" charset="0"/>
              </a:rPr>
              <a:t>OS Design &amp; Implementation</a:t>
            </a:r>
          </a:p>
        </p:txBody>
      </p:sp>
      <p:sp>
        <p:nvSpPr>
          <p:cNvPr id="4" name="Text Placeholder 3"/>
          <p:cNvSpPr>
            <a:spLocks noGrp="1"/>
          </p:cNvSpPr>
          <p:nvPr>
            <p:ph type="body" idx="1"/>
          </p:nvPr>
        </p:nvSpPr>
        <p:spPr>
          <a:xfrm>
            <a:off x="253968" y="609600"/>
            <a:ext cx="11682480" cy="3847207"/>
          </a:xfrm>
          <a:ln>
            <a:solidFill>
              <a:schemeClr val="accent1"/>
            </a:solidFill>
          </a:ln>
        </p:spPr>
        <p:txBody>
          <a:bodyPr/>
          <a:lstStyle/>
          <a:p>
            <a:pPr marL="457200" indent="-457200">
              <a:buFont typeface="Wingdings" panose="05000000000000000000" pitchFamily="2" charset="2"/>
              <a:buChar char="Ø"/>
            </a:pPr>
            <a:r>
              <a:rPr lang="en-US" dirty="0">
                <a:latin typeface="Cambria" pitchFamily="18" charset="0"/>
                <a:ea typeface="Cambria" pitchFamily="18" charset="0"/>
              </a:rPr>
              <a:t>Some of the problems/issues/challenges faced by the designers of OS are</a:t>
            </a:r>
          </a:p>
          <a:p>
            <a:pPr marL="914400" lvl="1" indent="-457200">
              <a:buFont typeface="Wingdings" panose="05000000000000000000" pitchFamily="2" charset="2"/>
              <a:buChar char="Ø"/>
            </a:pPr>
            <a:r>
              <a:rPr lang="en-US" sz="2200" dirty="0">
                <a:solidFill>
                  <a:schemeClr val="tx1"/>
                </a:solidFill>
                <a:latin typeface="Cambria" pitchFamily="18" charset="0"/>
                <a:ea typeface="Cambria" pitchFamily="18" charset="0"/>
                <a:cs typeface="Caladea"/>
              </a:rPr>
              <a:t>Setting the goals</a:t>
            </a:r>
          </a:p>
          <a:p>
            <a:pPr marL="914400" lvl="1" indent="-457200">
              <a:buFont typeface="Wingdings" panose="05000000000000000000" pitchFamily="2" charset="2"/>
              <a:buChar char="Ø"/>
            </a:pPr>
            <a:r>
              <a:rPr lang="en-US" sz="2200" dirty="0">
                <a:solidFill>
                  <a:schemeClr val="tx1"/>
                </a:solidFill>
                <a:latin typeface="Cambria" pitchFamily="18" charset="0"/>
                <a:ea typeface="Cambria" pitchFamily="18" charset="0"/>
                <a:cs typeface="Caladea"/>
              </a:rPr>
              <a:t>Generality</a:t>
            </a:r>
          </a:p>
          <a:p>
            <a:pPr marL="914400" lvl="1" indent="-457200">
              <a:buFont typeface="Wingdings" panose="05000000000000000000" pitchFamily="2" charset="2"/>
              <a:buChar char="Ø"/>
            </a:pPr>
            <a:r>
              <a:rPr lang="en-US" sz="2200" dirty="0">
                <a:solidFill>
                  <a:schemeClr val="tx1"/>
                </a:solidFill>
                <a:latin typeface="Cambria" pitchFamily="18" charset="0"/>
                <a:ea typeface="Cambria" pitchFamily="18" charset="0"/>
                <a:cs typeface="Caladea"/>
              </a:rPr>
              <a:t>Portable</a:t>
            </a:r>
          </a:p>
          <a:p>
            <a:pPr marL="914400" lvl="1" indent="-457200">
              <a:buFont typeface="Wingdings" panose="05000000000000000000" pitchFamily="2" charset="2"/>
              <a:buChar char="Ø"/>
            </a:pPr>
            <a:r>
              <a:rPr lang="en-US" sz="2200" dirty="0">
                <a:solidFill>
                  <a:schemeClr val="tx1"/>
                </a:solidFill>
                <a:latin typeface="Cambria" pitchFamily="18" charset="0"/>
                <a:ea typeface="Cambria" pitchFamily="18" charset="0"/>
                <a:cs typeface="Caladea"/>
              </a:rPr>
              <a:t>Backward Compatibility</a:t>
            </a:r>
          </a:p>
          <a:p>
            <a:pPr lvl="1" indent="-457200">
              <a:buFont typeface="Wingdings" panose="05000000000000000000" pitchFamily="2" charset="2"/>
              <a:buChar char="v"/>
            </a:pPr>
            <a:r>
              <a:rPr lang="en-US" sz="2400" b="1" dirty="0">
                <a:solidFill>
                  <a:schemeClr val="tx1"/>
                </a:solidFill>
                <a:latin typeface="Cambria" pitchFamily="18" charset="0"/>
                <a:ea typeface="Cambria" pitchFamily="18" charset="0"/>
                <a:cs typeface="Caladea"/>
              </a:rPr>
              <a:t>Design Goals</a:t>
            </a:r>
          </a:p>
          <a:p>
            <a:pPr lvl="2" indent="-457200">
              <a:buFont typeface="Wingdings" panose="05000000000000000000" pitchFamily="2" charset="2"/>
              <a:buChar char="v"/>
            </a:pPr>
            <a:r>
              <a:rPr lang="en-US" sz="2200" dirty="0">
                <a:solidFill>
                  <a:schemeClr val="tx1"/>
                </a:solidFill>
                <a:latin typeface="Cambria" pitchFamily="18" charset="0"/>
                <a:ea typeface="Cambria" pitchFamily="18" charset="0"/>
                <a:cs typeface="Caladea"/>
              </a:rPr>
              <a:t>Very first problem in designing an OS is to define goals &amp; its specifications</a:t>
            </a:r>
          </a:p>
          <a:p>
            <a:pPr lvl="2" indent="-457200">
              <a:buFont typeface="Wingdings" panose="05000000000000000000" pitchFamily="2" charset="2"/>
              <a:buChar char="v"/>
            </a:pPr>
            <a:r>
              <a:rPr lang="en-US" sz="2200" dirty="0">
                <a:solidFill>
                  <a:schemeClr val="tx1"/>
                </a:solidFill>
                <a:latin typeface="Cambria" pitchFamily="18" charset="0"/>
                <a:ea typeface="Cambria" pitchFamily="18" charset="0"/>
                <a:cs typeface="Caladea"/>
              </a:rPr>
              <a:t>Due to the modern technology, there is a rapid growth or revolutionary in both hardware &amp; software. </a:t>
            </a:r>
          </a:p>
          <a:p>
            <a:pPr lvl="2" indent="-457200">
              <a:buFont typeface="Wingdings" panose="05000000000000000000" pitchFamily="2" charset="2"/>
              <a:buChar char="v"/>
            </a:pPr>
            <a:r>
              <a:rPr lang="en-US" sz="2200" dirty="0">
                <a:solidFill>
                  <a:schemeClr val="tx1"/>
                </a:solidFill>
                <a:latin typeface="Cambria" pitchFamily="18" charset="0"/>
                <a:ea typeface="Cambria" pitchFamily="18" charset="0"/>
                <a:cs typeface="Caladea"/>
              </a:rPr>
              <a:t>So, what we are using today that will be outdated in the next decade. So our OS also should change/update</a:t>
            </a:r>
          </a:p>
        </p:txBody>
      </p:sp>
    </p:spTree>
    <p:extLst>
      <p:ext uri="{BB962C8B-B14F-4D97-AF65-F5344CB8AC3E}">
        <p14:creationId xmlns="" xmlns:p14="http://schemas.microsoft.com/office/powerpoint/2010/main" val="3545811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17"/>
            <a:ext cx="9954657" cy="492443"/>
          </a:xfrm>
        </p:spPr>
        <p:txBody>
          <a:bodyPr/>
          <a:lstStyle/>
          <a:p>
            <a:pPr lvl="1" indent="-457200"/>
            <a:r>
              <a:rPr lang="en-US" sz="3200" b="1" dirty="0">
                <a:solidFill>
                  <a:schemeClr val="tx1"/>
                </a:solidFill>
                <a:latin typeface="Cambria" pitchFamily="18" charset="0"/>
                <a:ea typeface="Cambria" pitchFamily="18" charset="0"/>
                <a:cs typeface="Caladea"/>
              </a:rPr>
              <a:t>Design Goals </a:t>
            </a:r>
            <a:r>
              <a:rPr lang="en-US" sz="3200" b="1" dirty="0" err="1">
                <a:solidFill>
                  <a:schemeClr val="tx1"/>
                </a:solidFill>
                <a:latin typeface="Cambria" pitchFamily="18" charset="0"/>
                <a:ea typeface="Cambria" pitchFamily="18" charset="0"/>
                <a:cs typeface="Caladea"/>
              </a:rPr>
              <a:t>contd</a:t>
            </a:r>
            <a:r>
              <a:rPr lang="en-US" sz="3200" b="1" dirty="0">
                <a:solidFill>
                  <a:schemeClr val="tx1"/>
                </a:solidFill>
                <a:latin typeface="Cambria" pitchFamily="18" charset="0"/>
                <a:ea typeface="Cambria" pitchFamily="18" charset="0"/>
                <a:cs typeface="Caladea"/>
              </a:rPr>
              <a:t>…..</a:t>
            </a:r>
          </a:p>
        </p:txBody>
      </p:sp>
      <p:sp>
        <p:nvSpPr>
          <p:cNvPr id="3" name="Text Placeholder 2"/>
          <p:cNvSpPr>
            <a:spLocks noGrp="1"/>
          </p:cNvSpPr>
          <p:nvPr>
            <p:ph type="body" idx="1"/>
          </p:nvPr>
        </p:nvSpPr>
        <p:spPr>
          <a:xfrm>
            <a:off x="3" y="685811"/>
            <a:ext cx="12190412" cy="3323987"/>
          </a:xfrm>
          <a:ln>
            <a:solidFill>
              <a:schemeClr val="accent1"/>
            </a:solidFill>
          </a:ln>
        </p:spPr>
        <p:txBody>
          <a:bodyPr/>
          <a:lstStyle/>
          <a:p>
            <a:pPr marL="457200" indent="-457200">
              <a:buFont typeface="Wingdings" panose="05000000000000000000" pitchFamily="2" charset="2"/>
              <a:buChar char="v"/>
            </a:pPr>
            <a:r>
              <a:rPr lang="en-US" sz="2400" dirty="0">
                <a:latin typeface="Cambria" pitchFamily="18" charset="0"/>
                <a:ea typeface="Cambria" pitchFamily="18" charset="0"/>
              </a:rPr>
              <a:t>Design of OS will be affected by the choice of hardware &amp; the type of system (batch, time-shared, single user, multi-user, distributed, real-time or general purpose)</a:t>
            </a:r>
          </a:p>
          <a:p>
            <a:pPr marL="457200" indent="-457200">
              <a:buFont typeface="Wingdings" panose="05000000000000000000" pitchFamily="2" charset="2"/>
              <a:buChar char="v"/>
            </a:pPr>
            <a:r>
              <a:rPr lang="en-US" sz="2400" dirty="0">
                <a:latin typeface="Cambria" pitchFamily="18" charset="0"/>
                <a:ea typeface="Cambria" pitchFamily="18" charset="0"/>
              </a:rPr>
              <a:t>Requirements of an OS can be divided into 2 basic groups   1) </a:t>
            </a:r>
            <a:r>
              <a:rPr lang="en-US" sz="2400" b="1" dirty="0">
                <a:latin typeface="Cambria" pitchFamily="18" charset="0"/>
                <a:ea typeface="Cambria" pitchFamily="18" charset="0"/>
              </a:rPr>
              <a:t>user goals  </a:t>
            </a:r>
            <a:r>
              <a:rPr lang="en-US" sz="2400" dirty="0">
                <a:latin typeface="Cambria" pitchFamily="18" charset="0"/>
                <a:ea typeface="Cambria" pitchFamily="18" charset="0"/>
              </a:rPr>
              <a:t>and  2) </a:t>
            </a:r>
            <a:r>
              <a:rPr lang="en-US" sz="2400" b="1" dirty="0">
                <a:latin typeface="Cambria" pitchFamily="18" charset="0"/>
                <a:ea typeface="Cambria" pitchFamily="18" charset="0"/>
              </a:rPr>
              <a:t>system goals</a:t>
            </a:r>
          </a:p>
          <a:p>
            <a:pPr marL="457200" indent="-457200">
              <a:buFont typeface="Wingdings" panose="05000000000000000000" pitchFamily="2" charset="2"/>
              <a:buChar char="v"/>
            </a:pPr>
            <a:r>
              <a:rPr lang="en-US" sz="2400" dirty="0">
                <a:latin typeface="Cambria" pitchFamily="18" charset="0"/>
                <a:ea typeface="Cambria" pitchFamily="18" charset="0"/>
              </a:rPr>
              <a:t>Always user expects, </a:t>
            </a:r>
            <a:r>
              <a:rPr lang="en-US" sz="2400" b="1" dirty="0">
                <a:solidFill>
                  <a:srgbClr val="FF0000"/>
                </a:solidFill>
                <a:latin typeface="Cambria" pitchFamily="18" charset="0"/>
                <a:ea typeface="Cambria" pitchFamily="18" charset="0"/>
              </a:rPr>
              <a:t>convenient use of the system, easy to learn, reliability, safety &amp; fastness</a:t>
            </a:r>
          </a:p>
          <a:p>
            <a:pPr marL="457200" indent="-457200">
              <a:buFont typeface="Wingdings" panose="05000000000000000000" pitchFamily="2" charset="2"/>
              <a:buChar char="v"/>
            </a:pPr>
            <a:r>
              <a:rPr lang="en-US" sz="2400" dirty="0">
                <a:latin typeface="Cambria" pitchFamily="18" charset="0"/>
                <a:ea typeface="Cambria" pitchFamily="18" charset="0"/>
              </a:rPr>
              <a:t>In the same way, people who are designing, creating, maintaining &amp; operating the system also expects some of the things from the OS such as </a:t>
            </a:r>
            <a:r>
              <a:rPr lang="en-US" sz="2400" dirty="0">
                <a:solidFill>
                  <a:schemeClr val="tx2"/>
                </a:solidFill>
                <a:latin typeface="Cambria" pitchFamily="18" charset="0"/>
                <a:ea typeface="Cambria" pitchFamily="18" charset="0"/>
              </a:rPr>
              <a:t>easy to design</a:t>
            </a:r>
            <a:r>
              <a:rPr lang="en-US" sz="2400" dirty="0">
                <a:latin typeface="Cambria" pitchFamily="18" charset="0"/>
                <a:ea typeface="Cambria" pitchFamily="18" charset="0"/>
              </a:rPr>
              <a:t>, </a:t>
            </a:r>
            <a:r>
              <a:rPr lang="en-US" sz="2400" b="1" dirty="0">
                <a:solidFill>
                  <a:srgbClr val="FF0000"/>
                </a:solidFill>
                <a:latin typeface="Cambria" pitchFamily="18" charset="0"/>
                <a:ea typeface="Cambria" pitchFamily="18" charset="0"/>
              </a:rPr>
              <a:t>easy to implement, easy to maintain, flexible, reliable, error free and efficiency</a:t>
            </a:r>
          </a:p>
        </p:txBody>
      </p:sp>
    </p:spTree>
    <p:extLst>
      <p:ext uri="{BB962C8B-B14F-4D97-AF65-F5344CB8AC3E}">
        <p14:creationId xmlns="" xmlns:p14="http://schemas.microsoft.com/office/powerpoint/2010/main" val="25243863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0166" y="285728"/>
            <a:ext cx="9954657" cy="615553"/>
          </a:xfrm>
        </p:spPr>
        <p:txBody>
          <a:bodyPr/>
          <a:lstStyle/>
          <a:p>
            <a:r>
              <a:rPr lang="en-US" sz="4000" dirty="0">
                <a:latin typeface="Cambria" pitchFamily="18" charset="0"/>
                <a:ea typeface="Cambria" pitchFamily="18" charset="0"/>
              </a:rPr>
              <a:t>Other goals</a:t>
            </a:r>
          </a:p>
        </p:txBody>
      </p:sp>
      <p:sp>
        <p:nvSpPr>
          <p:cNvPr id="3" name="Text Placeholder 2"/>
          <p:cNvSpPr>
            <a:spLocks noGrp="1"/>
          </p:cNvSpPr>
          <p:nvPr>
            <p:ph type="body" idx="1"/>
          </p:nvPr>
        </p:nvSpPr>
        <p:spPr>
          <a:xfrm>
            <a:off x="162543" y="990600"/>
            <a:ext cx="11865335" cy="3016210"/>
          </a:xfrm>
          <a:ln>
            <a:solidFill>
              <a:schemeClr val="accent1"/>
            </a:solidFill>
          </a:ln>
        </p:spPr>
        <p:txBody>
          <a:bodyPr/>
          <a:lstStyle/>
          <a:p>
            <a:pPr marL="457200" indent="-457200" algn="just">
              <a:buFont typeface="Wingdings" panose="05000000000000000000" pitchFamily="2" charset="2"/>
              <a:buChar char="Ø"/>
            </a:pPr>
            <a:r>
              <a:rPr lang="en-US" dirty="0">
                <a:latin typeface="Cambria" pitchFamily="18" charset="0"/>
                <a:ea typeface="Cambria" pitchFamily="18" charset="0"/>
              </a:rPr>
              <a:t>OS designers really do not have a good idea of how their systems will be used, so designers should consider </a:t>
            </a:r>
            <a:r>
              <a:rPr lang="en-US" dirty="0">
                <a:solidFill>
                  <a:srgbClr val="00B0F0"/>
                </a:solidFill>
                <a:latin typeface="Cambria" pitchFamily="18" charset="0"/>
                <a:ea typeface="Cambria" pitchFamily="18" charset="0"/>
              </a:rPr>
              <a:t>generality</a:t>
            </a:r>
          </a:p>
          <a:p>
            <a:pPr marL="457200" indent="-457200" algn="just">
              <a:buFont typeface="Wingdings" panose="05000000000000000000" pitchFamily="2" charset="2"/>
              <a:buChar char="Ø"/>
            </a:pPr>
            <a:r>
              <a:rPr lang="en-US" dirty="0">
                <a:latin typeface="Cambria" pitchFamily="18" charset="0"/>
                <a:ea typeface="Cambria" pitchFamily="18" charset="0"/>
              </a:rPr>
              <a:t>Modern OS’s are generally designed to be </a:t>
            </a:r>
            <a:r>
              <a:rPr lang="en-US" dirty="0">
                <a:solidFill>
                  <a:srgbClr val="00B0F0"/>
                </a:solidFill>
                <a:latin typeface="Cambria" pitchFamily="18" charset="0"/>
                <a:ea typeface="Cambria" pitchFamily="18" charset="0"/>
              </a:rPr>
              <a:t>portable, </a:t>
            </a:r>
            <a:r>
              <a:rPr lang="en-US" dirty="0">
                <a:latin typeface="Cambria" pitchFamily="18" charset="0"/>
                <a:ea typeface="Cambria" pitchFamily="18" charset="0"/>
              </a:rPr>
              <a:t>i.e., they have to run on multiple hardware platforms. This is another major goal while designing an OS</a:t>
            </a:r>
          </a:p>
          <a:p>
            <a:pPr marL="457200" indent="-457200" algn="just">
              <a:buFont typeface="Wingdings" panose="05000000000000000000" pitchFamily="2" charset="2"/>
              <a:buChar char="Ø"/>
            </a:pPr>
            <a:r>
              <a:rPr lang="en-US" dirty="0">
                <a:latin typeface="Cambria" pitchFamily="18" charset="0"/>
                <a:ea typeface="Cambria" pitchFamily="18" charset="0"/>
              </a:rPr>
              <a:t>Final one is the frequent need to be </a:t>
            </a:r>
            <a:r>
              <a:rPr lang="en-US" dirty="0">
                <a:solidFill>
                  <a:srgbClr val="00B0F0"/>
                </a:solidFill>
                <a:latin typeface="Cambria" pitchFamily="18" charset="0"/>
                <a:ea typeface="Cambria" pitchFamily="18" charset="0"/>
              </a:rPr>
              <a:t>backward compatibility </a:t>
            </a:r>
            <a:r>
              <a:rPr lang="en-US" dirty="0">
                <a:latin typeface="Cambria" pitchFamily="18" charset="0"/>
                <a:ea typeface="Cambria" pitchFamily="18" charset="0"/>
              </a:rPr>
              <a:t>with some previous OS</a:t>
            </a:r>
            <a:endParaRPr lang="en-US" dirty="0">
              <a:solidFill>
                <a:srgbClr val="00B0F0"/>
              </a:solidFill>
              <a:latin typeface="Cambria" pitchFamily="18" charset="0"/>
              <a:ea typeface="Cambria" pitchFamily="18" charset="0"/>
            </a:endParaRPr>
          </a:p>
        </p:txBody>
      </p:sp>
    </p:spTree>
    <p:extLst>
      <p:ext uri="{BB962C8B-B14F-4D97-AF65-F5344CB8AC3E}">
        <p14:creationId xmlns="" xmlns:p14="http://schemas.microsoft.com/office/powerpoint/2010/main" val="30669614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17"/>
            <a:ext cx="9954657" cy="615553"/>
          </a:xfrm>
        </p:spPr>
        <p:txBody>
          <a:bodyPr/>
          <a:lstStyle/>
          <a:p>
            <a:r>
              <a:rPr lang="en-US" sz="4000" dirty="0">
                <a:latin typeface="Cambria" pitchFamily="18" charset="0"/>
                <a:ea typeface="Cambria" pitchFamily="18" charset="0"/>
              </a:rPr>
              <a:t>Mechanisms &amp; policies</a:t>
            </a:r>
          </a:p>
        </p:txBody>
      </p:sp>
      <p:sp>
        <p:nvSpPr>
          <p:cNvPr id="3" name="Text Placeholder 2"/>
          <p:cNvSpPr>
            <a:spLocks noGrp="1"/>
          </p:cNvSpPr>
          <p:nvPr>
            <p:ph type="body" idx="1"/>
          </p:nvPr>
        </p:nvSpPr>
        <p:spPr>
          <a:xfrm>
            <a:off x="2" y="914400"/>
            <a:ext cx="12190412" cy="3016210"/>
          </a:xfrm>
          <a:ln>
            <a:solidFill>
              <a:schemeClr val="accent1"/>
            </a:solidFill>
          </a:ln>
        </p:spPr>
        <p:txBody>
          <a:bodyPr/>
          <a:lstStyle/>
          <a:p>
            <a:pPr marL="457200" indent="-457200">
              <a:buFont typeface="Wingdings" panose="05000000000000000000" pitchFamily="2" charset="2"/>
              <a:buChar char="Ø"/>
            </a:pPr>
            <a:r>
              <a:rPr lang="en-US" dirty="0">
                <a:solidFill>
                  <a:srgbClr val="00B0F0"/>
                </a:solidFill>
                <a:latin typeface="Cambria" pitchFamily="18" charset="0"/>
                <a:ea typeface="Cambria" pitchFamily="18" charset="0"/>
              </a:rPr>
              <a:t>Mechanisms</a:t>
            </a:r>
            <a:r>
              <a:rPr lang="en-US" dirty="0">
                <a:latin typeface="Cambria" pitchFamily="18" charset="0"/>
                <a:ea typeface="Cambria" pitchFamily="18" charset="0"/>
              </a:rPr>
              <a:t> determines </a:t>
            </a:r>
            <a:r>
              <a:rPr lang="en-US" dirty="0">
                <a:solidFill>
                  <a:srgbClr val="00B0F0"/>
                </a:solidFill>
                <a:latin typeface="Cambria" pitchFamily="18" charset="0"/>
                <a:ea typeface="Cambria" pitchFamily="18" charset="0"/>
              </a:rPr>
              <a:t>how to do something </a:t>
            </a:r>
          </a:p>
          <a:p>
            <a:pPr marL="457200" indent="-457200">
              <a:buFont typeface="Wingdings" panose="05000000000000000000" pitchFamily="2" charset="2"/>
              <a:buChar char="Ø"/>
            </a:pPr>
            <a:r>
              <a:rPr lang="en-US" dirty="0">
                <a:solidFill>
                  <a:srgbClr val="FF0000"/>
                </a:solidFill>
                <a:latin typeface="Cambria" pitchFamily="18" charset="0"/>
                <a:ea typeface="Cambria" pitchFamily="18" charset="0"/>
              </a:rPr>
              <a:t>policies</a:t>
            </a:r>
            <a:r>
              <a:rPr lang="en-US" dirty="0">
                <a:latin typeface="Cambria" pitchFamily="18" charset="0"/>
                <a:ea typeface="Cambria" pitchFamily="18" charset="0"/>
              </a:rPr>
              <a:t> determines </a:t>
            </a:r>
            <a:r>
              <a:rPr lang="en-US" dirty="0">
                <a:solidFill>
                  <a:srgbClr val="FF0000"/>
                </a:solidFill>
                <a:latin typeface="Cambria" pitchFamily="18" charset="0"/>
                <a:ea typeface="Cambria" pitchFamily="18" charset="0"/>
              </a:rPr>
              <a:t>what procedure will be done</a:t>
            </a:r>
          </a:p>
          <a:p>
            <a:pPr marL="457200" indent="-457200">
              <a:buFont typeface="Wingdings" panose="05000000000000000000" pitchFamily="2" charset="2"/>
              <a:buChar char="Ø"/>
            </a:pPr>
            <a:r>
              <a:rPr lang="en-US" dirty="0">
                <a:latin typeface="Cambria" pitchFamily="18" charset="0"/>
                <a:ea typeface="Cambria" pitchFamily="18" charset="0"/>
              </a:rPr>
              <a:t>While designing &amp; implementing an OS, one important principle is the separation of policy from mechanism</a:t>
            </a:r>
          </a:p>
          <a:p>
            <a:pPr marL="457200" indent="-457200">
              <a:buFont typeface="Wingdings" panose="05000000000000000000" pitchFamily="2" charset="2"/>
              <a:buChar char="Ø"/>
            </a:pPr>
            <a:r>
              <a:rPr lang="en-US" dirty="0">
                <a:latin typeface="Cambria" pitchFamily="18" charset="0"/>
                <a:ea typeface="Cambria" pitchFamily="18" charset="0"/>
              </a:rPr>
              <a:t>separation of policy from mechanism is important for flexibility</a:t>
            </a:r>
          </a:p>
          <a:p>
            <a:pPr marL="457200" indent="-457200">
              <a:buFont typeface="Wingdings" panose="05000000000000000000" pitchFamily="2" charset="2"/>
              <a:buChar char="Ø"/>
            </a:pPr>
            <a:r>
              <a:rPr lang="en-US" dirty="0">
                <a:latin typeface="Cambria" pitchFamily="18" charset="0"/>
                <a:ea typeface="Cambria" pitchFamily="18" charset="0"/>
              </a:rPr>
              <a:t>Policies are likely to change across place or over time</a:t>
            </a:r>
          </a:p>
          <a:p>
            <a:pPr marL="457200" indent="-457200">
              <a:buFont typeface="Wingdings" panose="05000000000000000000" pitchFamily="2" charset="2"/>
              <a:buChar char="Ø"/>
            </a:pPr>
            <a:endParaRPr lang="en-US" dirty="0">
              <a:latin typeface="Cambria" pitchFamily="18" charset="0"/>
              <a:ea typeface="Cambria" pitchFamily="18" charset="0"/>
            </a:endParaRPr>
          </a:p>
        </p:txBody>
      </p:sp>
    </p:spTree>
    <p:extLst>
      <p:ext uri="{BB962C8B-B14F-4D97-AF65-F5344CB8AC3E}">
        <p14:creationId xmlns="" xmlns:p14="http://schemas.microsoft.com/office/powerpoint/2010/main" val="322100821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0166" y="142852"/>
            <a:ext cx="9954657" cy="553998"/>
          </a:xfrm>
        </p:spPr>
        <p:txBody>
          <a:bodyPr/>
          <a:lstStyle/>
          <a:p>
            <a:r>
              <a:rPr lang="en-US" sz="3600" dirty="0">
                <a:latin typeface="Cambria" pitchFamily="18" charset="0"/>
                <a:ea typeface="Cambria" pitchFamily="18" charset="0"/>
              </a:rPr>
              <a:t>Mechanisms &amp; policies</a:t>
            </a:r>
          </a:p>
        </p:txBody>
      </p:sp>
      <p:sp>
        <p:nvSpPr>
          <p:cNvPr id="3" name="Text Placeholder 2"/>
          <p:cNvSpPr>
            <a:spLocks noGrp="1"/>
          </p:cNvSpPr>
          <p:nvPr>
            <p:ph type="body" idx="1"/>
          </p:nvPr>
        </p:nvSpPr>
        <p:spPr>
          <a:xfrm>
            <a:off x="594480" y="785794"/>
            <a:ext cx="11174545" cy="4431983"/>
          </a:xfrm>
          <a:ln>
            <a:solidFill>
              <a:schemeClr val="accent1"/>
            </a:solidFill>
          </a:ln>
        </p:spPr>
        <p:txBody>
          <a:bodyPr/>
          <a:lstStyle/>
          <a:p>
            <a:pPr marL="457200" indent="-457200">
              <a:buFont typeface="Wingdings" panose="05000000000000000000" pitchFamily="2" charset="2"/>
              <a:buChar char="Ø"/>
            </a:pPr>
            <a:r>
              <a:rPr lang="en-US" sz="2400" dirty="0">
                <a:latin typeface="Cambria" pitchFamily="18" charset="0"/>
                <a:ea typeface="Cambria" pitchFamily="18" charset="0"/>
              </a:rPr>
              <a:t>Allowing programs to be loaded into the kernel. The mechanism concerns </a:t>
            </a:r>
            <a:r>
              <a:rPr lang="en-US" sz="2400" b="1" dirty="0">
                <a:solidFill>
                  <a:srgbClr val="FF0000"/>
                </a:solidFill>
                <a:latin typeface="Cambria" pitchFamily="18" charset="0"/>
                <a:ea typeface="Cambria" pitchFamily="18" charset="0"/>
              </a:rPr>
              <a:t>how they are inserted, how they are linked, what system calls they can make, what system calls can be made on </a:t>
            </a:r>
            <a:r>
              <a:rPr lang="en-US" sz="2400" b="1" dirty="0" smtClean="0">
                <a:solidFill>
                  <a:srgbClr val="FF0000"/>
                </a:solidFill>
                <a:latin typeface="Cambria" pitchFamily="18" charset="0"/>
                <a:ea typeface="Cambria" pitchFamily="18" charset="0"/>
              </a:rPr>
              <a:t>them</a:t>
            </a:r>
          </a:p>
          <a:p>
            <a:pPr marL="457200" indent="-457200">
              <a:buFont typeface="Wingdings" panose="05000000000000000000" pitchFamily="2" charset="2"/>
              <a:buChar char="Ø"/>
            </a:pPr>
            <a:endParaRPr lang="en-US" sz="2400" dirty="0">
              <a:latin typeface="Cambria" pitchFamily="18" charset="0"/>
              <a:ea typeface="Cambria" pitchFamily="18" charset="0"/>
            </a:endParaRPr>
          </a:p>
          <a:p>
            <a:pPr marL="457200" indent="-457200">
              <a:buFont typeface="Wingdings" panose="05000000000000000000" pitchFamily="2" charset="2"/>
              <a:buChar char="Ø"/>
            </a:pPr>
            <a:r>
              <a:rPr lang="en-US" sz="2400" dirty="0">
                <a:latin typeface="Cambria" pitchFamily="18" charset="0"/>
                <a:ea typeface="Cambria" pitchFamily="18" charset="0"/>
              </a:rPr>
              <a:t>The policy is determining </a:t>
            </a:r>
            <a:r>
              <a:rPr lang="en-US" sz="2400" b="1" dirty="0">
                <a:solidFill>
                  <a:srgbClr val="FF0000"/>
                </a:solidFill>
                <a:latin typeface="Cambria" pitchFamily="18" charset="0"/>
                <a:ea typeface="Cambria" pitchFamily="18" charset="0"/>
              </a:rPr>
              <a:t>who is allowed to load a programs into the kernel &amp; which </a:t>
            </a:r>
            <a:r>
              <a:rPr lang="en-US" sz="2400" b="1" dirty="0" smtClean="0">
                <a:solidFill>
                  <a:srgbClr val="FF0000"/>
                </a:solidFill>
                <a:latin typeface="Cambria" pitchFamily="18" charset="0"/>
                <a:ea typeface="Cambria" pitchFamily="18" charset="0"/>
              </a:rPr>
              <a:t>programs</a:t>
            </a:r>
          </a:p>
          <a:p>
            <a:pPr marL="457200" indent="-457200">
              <a:buFont typeface="Wingdings" panose="05000000000000000000" pitchFamily="2" charset="2"/>
              <a:buChar char="Ø"/>
            </a:pPr>
            <a:endParaRPr lang="en-US" sz="2400" dirty="0">
              <a:latin typeface="Cambria" pitchFamily="18" charset="0"/>
              <a:ea typeface="Cambria" pitchFamily="18" charset="0"/>
            </a:endParaRPr>
          </a:p>
          <a:p>
            <a:pPr marL="457200" indent="-457200">
              <a:buFont typeface="Wingdings" panose="05000000000000000000" pitchFamily="2" charset="2"/>
              <a:buChar char="Ø"/>
            </a:pPr>
            <a:r>
              <a:rPr lang="en-US" sz="2400" dirty="0">
                <a:latin typeface="Cambria" pitchFamily="18" charset="0"/>
                <a:ea typeface="Cambria" pitchFamily="18" charset="0"/>
              </a:rPr>
              <a:t>As mechanisms are changing, policies can also change</a:t>
            </a:r>
            <a:r>
              <a:rPr lang="en-US" sz="2400" dirty="0" smtClean="0">
                <a:latin typeface="Cambria" pitchFamily="18" charset="0"/>
                <a:ea typeface="Cambria" pitchFamily="18" charset="0"/>
              </a:rPr>
              <a:t>.</a:t>
            </a:r>
          </a:p>
          <a:p>
            <a:pPr marL="457200" indent="-457200">
              <a:buFont typeface="Wingdings" panose="05000000000000000000" pitchFamily="2" charset="2"/>
              <a:buChar char="Ø"/>
            </a:pPr>
            <a:endParaRPr lang="en-US" sz="2400" dirty="0">
              <a:latin typeface="Cambria" pitchFamily="18" charset="0"/>
              <a:ea typeface="Cambria" pitchFamily="18" charset="0"/>
            </a:endParaRPr>
          </a:p>
          <a:p>
            <a:pPr marL="457200" indent="-457200">
              <a:buFont typeface="Wingdings" panose="05000000000000000000" pitchFamily="2" charset="2"/>
              <a:buChar char="Ø"/>
            </a:pPr>
            <a:r>
              <a:rPr lang="en-US" sz="2400" dirty="0">
                <a:latin typeface="Cambria" pitchFamily="18" charset="0"/>
                <a:ea typeface="Cambria" pitchFamily="18" charset="0"/>
              </a:rPr>
              <a:t>But, when policies are changing no need to change </a:t>
            </a:r>
            <a:r>
              <a:rPr lang="en-US" sz="2400" dirty="0" smtClean="0">
                <a:latin typeface="Cambria" pitchFamily="18" charset="0"/>
                <a:ea typeface="Cambria" pitchFamily="18" charset="0"/>
              </a:rPr>
              <a:t>mechanisms</a:t>
            </a:r>
          </a:p>
          <a:p>
            <a:pPr marL="457200" indent="-457200">
              <a:buFont typeface="Wingdings" panose="05000000000000000000" pitchFamily="2" charset="2"/>
              <a:buChar char="Ø"/>
            </a:pPr>
            <a:endParaRPr lang="en-US" sz="2400" dirty="0">
              <a:latin typeface="Cambria" pitchFamily="18" charset="0"/>
              <a:ea typeface="Cambria" pitchFamily="18" charset="0"/>
            </a:endParaRPr>
          </a:p>
          <a:p>
            <a:pPr marL="457200" indent="-457200">
              <a:buFont typeface="Wingdings" panose="05000000000000000000" pitchFamily="2" charset="2"/>
              <a:buChar char="Ø"/>
            </a:pPr>
            <a:r>
              <a:rPr lang="en-US" sz="2400" dirty="0">
                <a:latin typeface="Cambria" pitchFamily="18" charset="0"/>
                <a:ea typeface="Cambria" pitchFamily="18" charset="0"/>
              </a:rPr>
              <a:t>But, change in the policies should not affect the mechanism</a:t>
            </a:r>
          </a:p>
        </p:txBody>
      </p:sp>
    </p:spTree>
    <p:extLst>
      <p:ext uri="{BB962C8B-B14F-4D97-AF65-F5344CB8AC3E}">
        <p14:creationId xmlns="" xmlns:p14="http://schemas.microsoft.com/office/powerpoint/2010/main" val="540379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43273" y="30606"/>
            <a:ext cx="9954657" cy="553998"/>
          </a:xfrm>
        </p:spPr>
        <p:txBody>
          <a:bodyPr/>
          <a:lstStyle/>
          <a:p>
            <a:r>
              <a:rPr lang="en-US" sz="3600" dirty="0">
                <a:latin typeface="Cambria" pitchFamily="18" charset="0"/>
                <a:ea typeface="Cambria" pitchFamily="18" charset="0"/>
              </a:rPr>
              <a:t>Implementation</a:t>
            </a:r>
          </a:p>
        </p:txBody>
      </p:sp>
      <p:sp>
        <p:nvSpPr>
          <p:cNvPr id="3" name="Text Placeholder 2"/>
          <p:cNvSpPr>
            <a:spLocks noGrp="1"/>
          </p:cNvSpPr>
          <p:nvPr>
            <p:ph type="body" idx="1"/>
          </p:nvPr>
        </p:nvSpPr>
        <p:spPr>
          <a:xfrm>
            <a:off x="237290" y="642918"/>
            <a:ext cx="11682478" cy="4001095"/>
          </a:xfrm>
          <a:ln>
            <a:solidFill>
              <a:schemeClr val="accent1"/>
            </a:solidFill>
          </a:ln>
        </p:spPr>
        <p:txBody>
          <a:bodyPr/>
          <a:lstStyle/>
          <a:p>
            <a:pPr marL="457200" indent="-457200">
              <a:buFont typeface="Wingdings" panose="05000000000000000000" pitchFamily="2" charset="2"/>
              <a:buChar char="Ø"/>
            </a:pPr>
            <a:r>
              <a:rPr lang="en-US" sz="2000" dirty="0">
                <a:latin typeface="Cambria" pitchFamily="18" charset="0"/>
                <a:ea typeface="Cambria" pitchFamily="18" charset="0"/>
              </a:rPr>
              <a:t>Once an OS is designed, it must be implemented.</a:t>
            </a:r>
          </a:p>
          <a:p>
            <a:pPr marL="457200" indent="-457200">
              <a:buFont typeface="Wingdings" panose="05000000000000000000" pitchFamily="2" charset="2"/>
              <a:buChar char="Ø"/>
            </a:pPr>
            <a:r>
              <a:rPr lang="en-US" sz="2000" dirty="0">
                <a:latin typeface="Cambria" pitchFamily="18" charset="0"/>
                <a:ea typeface="Cambria" pitchFamily="18" charset="0"/>
              </a:rPr>
              <a:t>Traditionally, OS’s have been written in assembly language. Now, they are most commonly written in C or C++</a:t>
            </a:r>
          </a:p>
          <a:p>
            <a:pPr marL="457200" indent="-457200">
              <a:buFont typeface="Wingdings" panose="05000000000000000000" pitchFamily="2" charset="2"/>
              <a:buChar char="Ø"/>
            </a:pPr>
            <a:r>
              <a:rPr lang="en-US" sz="2000" dirty="0">
                <a:latin typeface="Cambria" pitchFamily="18" charset="0"/>
                <a:ea typeface="Cambria" pitchFamily="18" charset="0"/>
              </a:rPr>
              <a:t>Advantages of using higher level language are</a:t>
            </a:r>
          </a:p>
          <a:p>
            <a:pPr marL="914400" lvl="1" indent="-457200">
              <a:buFont typeface="Wingdings" panose="05000000000000000000" pitchFamily="2" charset="2"/>
              <a:buChar char="Ø"/>
            </a:pPr>
            <a:r>
              <a:rPr lang="en-US" sz="2000" dirty="0">
                <a:solidFill>
                  <a:srgbClr val="FF0000"/>
                </a:solidFill>
                <a:latin typeface="Cambria" pitchFamily="18" charset="0"/>
                <a:ea typeface="Cambria" pitchFamily="18" charset="0"/>
                <a:cs typeface="Caladea"/>
              </a:rPr>
              <a:t>Application programs are also written in high level languages, so OS can be written in more compact</a:t>
            </a:r>
          </a:p>
          <a:p>
            <a:pPr marL="914400" lvl="1" indent="-457200">
              <a:buFont typeface="Wingdings" panose="05000000000000000000" pitchFamily="2" charset="2"/>
              <a:buChar char="Ø"/>
            </a:pPr>
            <a:r>
              <a:rPr lang="en-US" sz="2000" dirty="0">
                <a:solidFill>
                  <a:srgbClr val="FF0000"/>
                </a:solidFill>
                <a:latin typeface="Cambria" pitchFamily="18" charset="0"/>
                <a:ea typeface="Cambria" pitchFamily="18" charset="0"/>
                <a:cs typeface="Caladea"/>
              </a:rPr>
              <a:t>Easy to debug</a:t>
            </a:r>
          </a:p>
          <a:p>
            <a:pPr marL="914400" lvl="1" indent="-457200">
              <a:buFont typeface="Wingdings" panose="05000000000000000000" pitchFamily="2" charset="2"/>
              <a:buChar char="Ø"/>
            </a:pPr>
            <a:r>
              <a:rPr lang="en-US" sz="2000" dirty="0">
                <a:solidFill>
                  <a:srgbClr val="FF0000"/>
                </a:solidFill>
                <a:latin typeface="Cambria" pitchFamily="18" charset="0"/>
                <a:ea typeface="Cambria" pitchFamily="18" charset="0"/>
                <a:cs typeface="Caladea"/>
              </a:rPr>
              <a:t>Easy to understand</a:t>
            </a:r>
          </a:p>
          <a:p>
            <a:pPr marL="914400" lvl="1" indent="-457200">
              <a:buFont typeface="Wingdings" panose="05000000000000000000" pitchFamily="2" charset="2"/>
              <a:buChar char="Ø"/>
            </a:pPr>
            <a:r>
              <a:rPr lang="en-US" sz="2000" dirty="0">
                <a:solidFill>
                  <a:srgbClr val="FF0000"/>
                </a:solidFill>
                <a:latin typeface="Cambria" pitchFamily="18" charset="0"/>
                <a:ea typeface="Cambria" pitchFamily="18" charset="0"/>
                <a:cs typeface="Caladea"/>
              </a:rPr>
              <a:t>Portability</a:t>
            </a:r>
          </a:p>
          <a:p>
            <a:pPr marL="914400" lvl="1" indent="-457200">
              <a:buFont typeface="Wingdings" panose="05000000000000000000" pitchFamily="2" charset="2"/>
              <a:buChar char="Ø"/>
            </a:pPr>
            <a:r>
              <a:rPr lang="en-US" sz="2000" dirty="0">
                <a:solidFill>
                  <a:srgbClr val="FF0000"/>
                </a:solidFill>
                <a:latin typeface="Cambria" pitchFamily="18" charset="0"/>
                <a:ea typeface="Cambria" pitchFamily="18" charset="0"/>
                <a:cs typeface="Caladea"/>
              </a:rPr>
              <a:t>Improvements in compiler technology will improve the generated code for the entire OS by simple recompilation</a:t>
            </a:r>
          </a:p>
          <a:p>
            <a:pPr lvl="1" indent="-457200">
              <a:buFont typeface="Wingdings" panose="05000000000000000000" pitchFamily="2" charset="2"/>
              <a:buChar char="Ø"/>
            </a:pPr>
            <a:r>
              <a:rPr lang="en-US" sz="2000" dirty="0">
                <a:solidFill>
                  <a:schemeClr val="tx1"/>
                </a:solidFill>
                <a:latin typeface="Cambria" pitchFamily="18" charset="0"/>
                <a:ea typeface="Cambria" pitchFamily="18" charset="0"/>
                <a:cs typeface="Caladea"/>
              </a:rPr>
              <a:t>Only disadvantage of implementing OS in higher level language are </a:t>
            </a:r>
            <a:r>
              <a:rPr lang="en-US" sz="2000" b="1" dirty="0">
                <a:solidFill>
                  <a:srgbClr val="FF0000"/>
                </a:solidFill>
                <a:latin typeface="Cambria" pitchFamily="18" charset="0"/>
                <a:ea typeface="Cambria" pitchFamily="18" charset="0"/>
                <a:cs typeface="Caladea"/>
              </a:rPr>
              <a:t>reduced speed &amp; increased storage requirements.  </a:t>
            </a:r>
          </a:p>
        </p:txBody>
      </p:sp>
    </p:spTree>
    <p:extLst>
      <p:ext uri="{BB962C8B-B14F-4D97-AF65-F5344CB8AC3E}">
        <p14:creationId xmlns="" xmlns:p14="http://schemas.microsoft.com/office/powerpoint/2010/main" val="312353337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0166" y="1500174"/>
            <a:ext cx="11682478" cy="1785950"/>
          </a:xfrm>
          <a:ln>
            <a:solidFill>
              <a:schemeClr val="accent1"/>
            </a:solidFill>
          </a:ln>
        </p:spPr>
        <p:txBody>
          <a:bodyPr/>
          <a:lstStyle/>
          <a:p>
            <a:pPr marL="457200" indent="-457200"/>
            <a:r>
              <a:rPr lang="en-US" sz="8000" b="1" dirty="0" smtClean="0">
                <a:solidFill>
                  <a:schemeClr val="tx1"/>
                </a:solidFill>
                <a:latin typeface="Cambria" pitchFamily="18" charset="0"/>
                <a:ea typeface="Cambria" pitchFamily="18" charset="0"/>
                <a:cs typeface="Caladea"/>
              </a:rPr>
              <a:t>Beginning of </a:t>
            </a:r>
            <a:r>
              <a:rPr lang="en-US" sz="9600" b="1" dirty="0" smtClean="0">
                <a:solidFill>
                  <a:srgbClr val="FF0000"/>
                </a:solidFill>
                <a:latin typeface="Cambria" pitchFamily="18" charset="0"/>
                <a:ea typeface="Cambria" pitchFamily="18" charset="0"/>
                <a:cs typeface="Caladea"/>
              </a:rPr>
              <a:t>M</a:t>
            </a:r>
            <a:r>
              <a:rPr lang="en-US" sz="8000" b="1" dirty="0" smtClean="0">
                <a:solidFill>
                  <a:schemeClr val="tx1"/>
                </a:solidFill>
                <a:latin typeface="Cambria" pitchFamily="18" charset="0"/>
                <a:ea typeface="Cambria" pitchFamily="18" charset="0"/>
                <a:cs typeface="Caladea"/>
              </a:rPr>
              <a:t>odule - </a:t>
            </a:r>
            <a:r>
              <a:rPr lang="en-US" sz="8000" b="1" dirty="0" smtClean="0">
                <a:solidFill>
                  <a:srgbClr val="FF0000"/>
                </a:solidFill>
                <a:latin typeface="Cambria" pitchFamily="18" charset="0"/>
                <a:ea typeface="Cambria" pitchFamily="18" charset="0"/>
                <a:cs typeface="Caladea"/>
              </a:rPr>
              <a:t>2</a:t>
            </a:r>
            <a:endParaRPr lang="en-US" sz="8000" b="1" dirty="0">
              <a:solidFill>
                <a:srgbClr val="FF0000"/>
              </a:solidFill>
              <a:latin typeface="Cambria" pitchFamily="18" charset="0"/>
              <a:ea typeface="Cambria" pitchFamily="18" charset="0"/>
              <a:cs typeface="Caladea"/>
            </a:endParaRPr>
          </a:p>
        </p:txBody>
      </p:sp>
    </p:spTree>
    <p:extLst>
      <p:ext uri="{BB962C8B-B14F-4D97-AF65-F5344CB8AC3E}">
        <p14:creationId xmlns="" xmlns:p14="http://schemas.microsoft.com/office/powerpoint/2010/main" val="31235333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36255</TotalTime>
  <Words>5621</Words>
  <Application>Microsoft Office PowerPoint</Application>
  <PresentationFormat>Custom</PresentationFormat>
  <Paragraphs>644</Paragraphs>
  <Slides>90</Slides>
  <Notes>6</Notes>
  <HiddenSlides>2</HiddenSlides>
  <MMClips>0</MMClips>
  <ScaleCrop>false</ScaleCrop>
  <HeadingPairs>
    <vt:vector size="4" baseType="variant">
      <vt:variant>
        <vt:lpstr>Theme</vt:lpstr>
      </vt:variant>
      <vt:variant>
        <vt:i4>3</vt:i4>
      </vt:variant>
      <vt:variant>
        <vt:lpstr>Slide Titles</vt:lpstr>
      </vt:variant>
      <vt:variant>
        <vt:i4>90</vt:i4>
      </vt:variant>
    </vt:vector>
  </HeadingPairs>
  <TitlesOfParts>
    <vt:vector size="93" baseType="lpstr">
      <vt:lpstr>Office Theme</vt:lpstr>
      <vt:lpstr>1_Office Theme</vt:lpstr>
      <vt:lpstr>2_Office Theme</vt:lpstr>
      <vt:lpstr>CSE2269  Operating Systems</vt:lpstr>
      <vt:lpstr>General Instructions</vt:lpstr>
      <vt:lpstr>Module 1 Introduction to  Operating Systems</vt:lpstr>
      <vt:lpstr>Contents</vt:lpstr>
      <vt:lpstr>Lecture 1</vt:lpstr>
      <vt:lpstr>Operating System</vt:lpstr>
      <vt:lpstr>Introduction to Operating System</vt:lpstr>
      <vt:lpstr>What Operating Systems do ?</vt:lpstr>
      <vt:lpstr>What Operating Systems do?</vt:lpstr>
      <vt:lpstr>Quiz</vt:lpstr>
      <vt:lpstr>Computer System Structure</vt:lpstr>
      <vt:lpstr>Slide 12</vt:lpstr>
      <vt:lpstr>Four Components of a Computer System</vt:lpstr>
      <vt:lpstr>Introduction</vt:lpstr>
      <vt:lpstr>Two View points</vt:lpstr>
      <vt:lpstr>User View</vt:lpstr>
      <vt:lpstr>User view</vt:lpstr>
      <vt:lpstr>System View (Computer’s point of view)</vt:lpstr>
      <vt:lpstr>Abstract view of a computer system</vt:lpstr>
      <vt:lpstr>Slide 20</vt:lpstr>
      <vt:lpstr>Operating System Services</vt:lpstr>
      <vt:lpstr>Operating System Services</vt:lpstr>
      <vt:lpstr>Operating System Services</vt:lpstr>
      <vt:lpstr>Operating System Services</vt:lpstr>
      <vt:lpstr>Operating System Services</vt:lpstr>
      <vt:lpstr>Quiz</vt:lpstr>
      <vt:lpstr>Slide 27</vt:lpstr>
      <vt:lpstr>OS Operations</vt:lpstr>
      <vt:lpstr>Dual mode operation</vt:lpstr>
      <vt:lpstr>Dual mode operation</vt:lpstr>
      <vt:lpstr>Dual mode operation</vt:lpstr>
      <vt:lpstr>Timer</vt:lpstr>
      <vt:lpstr>Quiz</vt:lpstr>
      <vt:lpstr>Quiz</vt:lpstr>
      <vt:lpstr>Slide 35</vt:lpstr>
      <vt:lpstr>User &amp; Operating System interface</vt:lpstr>
      <vt:lpstr>Command Line Interface contd…..</vt:lpstr>
      <vt:lpstr>Graphical user interface (GUI)</vt:lpstr>
      <vt:lpstr>Slide 39</vt:lpstr>
      <vt:lpstr>System Calls</vt:lpstr>
      <vt:lpstr>Handling user application invoking open() system call </vt:lpstr>
      <vt:lpstr>Types of System Calls</vt:lpstr>
      <vt:lpstr>Types of System Calls</vt:lpstr>
      <vt:lpstr>Types of System Calls (Cont.)</vt:lpstr>
      <vt:lpstr>Types of System Calls (Cont.)</vt:lpstr>
      <vt:lpstr>Examples of Windows and Unix System Calls</vt:lpstr>
      <vt:lpstr>Quiz</vt:lpstr>
      <vt:lpstr>Slide 48</vt:lpstr>
      <vt:lpstr>System Programs</vt:lpstr>
      <vt:lpstr>System Programs &amp; its types</vt:lpstr>
      <vt:lpstr>System Programs &amp; its types</vt:lpstr>
      <vt:lpstr>System Programs &amp; its types</vt:lpstr>
      <vt:lpstr>Slide 53</vt:lpstr>
      <vt:lpstr>Loaders</vt:lpstr>
      <vt:lpstr>Loaders</vt:lpstr>
      <vt:lpstr>Loader and Linker</vt:lpstr>
      <vt:lpstr>Basic Loader function</vt:lpstr>
      <vt:lpstr>Types of Loaders</vt:lpstr>
      <vt:lpstr>Types of Loaders</vt:lpstr>
      <vt:lpstr>Types of Loaders</vt:lpstr>
      <vt:lpstr>Types of loaders</vt:lpstr>
      <vt:lpstr>Types of Loaders</vt:lpstr>
      <vt:lpstr>Types of loaders</vt:lpstr>
      <vt:lpstr>Linkers</vt:lpstr>
      <vt:lpstr>Linkers</vt:lpstr>
      <vt:lpstr>Linkers</vt:lpstr>
      <vt:lpstr>Types of linkers</vt:lpstr>
      <vt:lpstr>Types of linkers</vt:lpstr>
      <vt:lpstr>Types of linkers</vt:lpstr>
      <vt:lpstr>Types of linkers</vt:lpstr>
      <vt:lpstr>Types of linkers</vt:lpstr>
      <vt:lpstr>Quiz</vt:lpstr>
      <vt:lpstr>Slide 73</vt:lpstr>
      <vt:lpstr>Operating System Structure</vt:lpstr>
      <vt:lpstr>Simple Structure -- MS-DOS</vt:lpstr>
      <vt:lpstr>Non Simple Structure -- UNIX</vt:lpstr>
      <vt:lpstr>Traditional UNIX System Structure</vt:lpstr>
      <vt:lpstr>Layered Approach</vt:lpstr>
      <vt:lpstr>Microkernel System Structure</vt:lpstr>
      <vt:lpstr>Microkernel System Structure</vt:lpstr>
      <vt:lpstr>Modules</vt:lpstr>
      <vt:lpstr>Solaris Modular Approach</vt:lpstr>
      <vt:lpstr>Slide 83</vt:lpstr>
      <vt:lpstr>OS Design &amp; Implementation</vt:lpstr>
      <vt:lpstr>Design Goals contd…..</vt:lpstr>
      <vt:lpstr>Other goals</vt:lpstr>
      <vt:lpstr>Mechanisms &amp; policies</vt:lpstr>
      <vt:lpstr>Mechanisms &amp; policies</vt:lpstr>
      <vt:lpstr>Implementation</vt:lpstr>
      <vt:lpstr>Slide 90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Rupam Bhagawati</dc:creator>
  <cp:lastModifiedBy>Acer</cp:lastModifiedBy>
  <cp:revision>190</cp:revision>
  <dcterms:created xsi:type="dcterms:W3CDTF">2021-01-25T16:23:57Z</dcterms:created>
  <dcterms:modified xsi:type="dcterms:W3CDTF">2026-02-02T04:07:12Z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2020-06-03T00:00:00Z</vt:filetime>
  </property>
  <property fmtid="{D5CDD505-2E9C-101B-9397-08002B2CF9AE}" pid="3" name="Creator">
    <vt:lpwstr>Microsoft® PowerPoint® 2013</vt:lpwstr>
  </property>
  <property fmtid="{D5CDD505-2E9C-101B-9397-08002B2CF9AE}" pid="4" name="LastSaved">
    <vt:filetime>2021-01-25T00:00:00Z</vt:filetime>
  </property>
</Properties>
</file>